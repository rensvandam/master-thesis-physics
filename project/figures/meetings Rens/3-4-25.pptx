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59" r:id="rId6"/>
    <p:sldId id="260" r:id="rId7"/>
    <p:sldId id="263" r:id="rId8"/>
    <p:sldId id="264" r:id="rId9"/>
    <p:sldId id="262" r:id="rId10"/>
    <p:sldId id="265" r:id="rId11"/>
    <p:sldId id="266" r:id="rId1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s van Dam" userId="cbbfe1f2-c982-4950-8b62-7b9019e18432" providerId="ADAL" clId="{B8CD87D1-95DF-4AF7-B9E2-CC5F8E8F079B}"/>
    <pc:docChg chg="custSel addSld modSld sldOrd">
      <pc:chgData name="Rens van Dam" userId="cbbfe1f2-c982-4950-8b62-7b9019e18432" providerId="ADAL" clId="{B8CD87D1-95DF-4AF7-B9E2-CC5F8E8F079B}" dt="2025-04-03T08:21:26.283" v="202" actId="1076"/>
      <pc:docMkLst>
        <pc:docMk/>
      </pc:docMkLst>
      <pc:sldChg chg="modSp mod">
        <pc:chgData name="Rens van Dam" userId="cbbfe1f2-c982-4950-8b62-7b9019e18432" providerId="ADAL" clId="{B8CD87D1-95DF-4AF7-B9E2-CC5F8E8F079B}" dt="2025-04-03T08:21:26.283" v="202" actId="1076"/>
        <pc:sldMkLst>
          <pc:docMk/>
          <pc:sldMk cId="626249417" sldId="263"/>
        </pc:sldMkLst>
        <pc:spChg chg="mod">
          <ac:chgData name="Rens van Dam" userId="cbbfe1f2-c982-4950-8b62-7b9019e18432" providerId="ADAL" clId="{B8CD87D1-95DF-4AF7-B9E2-CC5F8E8F079B}" dt="2025-04-01T12:17:03.145" v="1" actId="20577"/>
          <ac:spMkLst>
            <pc:docMk/>
            <pc:sldMk cId="626249417" sldId="263"/>
            <ac:spMk id="3" creationId="{86AFFBC5-94D1-631D-6D51-41A85DA395F1}"/>
          </ac:spMkLst>
        </pc:spChg>
        <pc:picChg chg="mod">
          <ac:chgData name="Rens van Dam" userId="cbbfe1f2-c982-4950-8b62-7b9019e18432" providerId="ADAL" clId="{B8CD87D1-95DF-4AF7-B9E2-CC5F8E8F079B}" dt="2025-04-03T08:21:26.283" v="202" actId="1076"/>
          <ac:picMkLst>
            <pc:docMk/>
            <pc:sldMk cId="626249417" sldId="263"/>
            <ac:picMk id="5" creationId="{2A66EB4E-B5B7-125B-591A-AB7F101C4839}"/>
          </ac:picMkLst>
        </pc:picChg>
      </pc:sldChg>
      <pc:sldChg chg="addSp modSp new mod ord">
        <pc:chgData name="Rens van Dam" userId="cbbfe1f2-c982-4950-8b62-7b9019e18432" providerId="ADAL" clId="{B8CD87D1-95DF-4AF7-B9E2-CC5F8E8F079B}" dt="2025-04-03T08:21:16.482" v="201"/>
        <pc:sldMkLst>
          <pc:docMk/>
          <pc:sldMk cId="3941024304" sldId="264"/>
        </pc:sldMkLst>
        <pc:picChg chg="add mod">
          <ac:chgData name="Rens van Dam" userId="cbbfe1f2-c982-4950-8b62-7b9019e18432" providerId="ADAL" clId="{B8CD87D1-95DF-4AF7-B9E2-CC5F8E8F079B}" dt="2025-04-01T18:20:38.271" v="11" actId="1076"/>
          <ac:picMkLst>
            <pc:docMk/>
            <pc:sldMk cId="3941024304" sldId="264"/>
            <ac:picMk id="5" creationId="{1CA46A97-2654-E7D0-690D-5599674C6418}"/>
          </ac:picMkLst>
        </pc:picChg>
      </pc:sldChg>
      <pc:sldChg chg="addSp modSp new mod">
        <pc:chgData name="Rens van Dam" userId="cbbfe1f2-c982-4950-8b62-7b9019e18432" providerId="ADAL" clId="{B8CD87D1-95DF-4AF7-B9E2-CC5F8E8F079B}" dt="2025-04-01T18:20:32.101" v="9" actId="1076"/>
        <pc:sldMkLst>
          <pc:docMk/>
          <pc:sldMk cId="1225718005" sldId="265"/>
        </pc:sldMkLst>
        <pc:picChg chg="add mod">
          <ac:chgData name="Rens van Dam" userId="cbbfe1f2-c982-4950-8b62-7b9019e18432" providerId="ADAL" clId="{B8CD87D1-95DF-4AF7-B9E2-CC5F8E8F079B}" dt="2025-04-01T18:20:32.101" v="9" actId="1076"/>
          <ac:picMkLst>
            <pc:docMk/>
            <pc:sldMk cId="1225718005" sldId="265"/>
            <ac:picMk id="5" creationId="{8E498B2C-BBC0-114B-9C91-2F82BB548BFB}"/>
          </ac:picMkLst>
        </pc:picChg>
      </pc:sldChg>
      <pc:sldChg chg="addSp delSp modSp new mod">
        <pc:chgData name="Rens van Dam" userId="cbbfe1f2-c982-4950-8b62-7b9019e18432" providerId="ADAL" clId="{B8CD87D1-95DF-4AF7-B9E2-CC5F8E8F079B}" dt="2025-04-03T08:21:04.730" v="199" actId="20577"/>
        <pc:sldMkLst>
          <pc:docMk/>
          <pc:sldMk cId="270074230" sldId="266"/>
        </pc:sldMkLst>
        <pc:spChg chg="mod">
          <ac:chgData name="Rens van Dam" userId="cbbfe1f2-c982-4950-8b62-7b9019e18432" providerId="ADAL" clId="{B8CD87D1-95DF-4AF7-B9E2-CC5F8E8F079B}" dt="2025-04-03T08:19:01.575" v="78" actId="20577"/>
          <ac:spMkLst>
            <pc:docMk/>
            <pc:sldMk cId="270074230" sldId="266"/>
            <ac:spMk id="2" creationId="{288618C9-CF68-BF15-2417-82073B6B28A2}"/>
          </ac:spMkLst>
        </pc:spChg>
        <pc:spChg chg="mod">
          <ac:chgData name="Rens van Dam" userId="cbbfe1f2-c982-4950-8b62-7b9019e18432" providerId="ADAL" clId="{B8CD87D1-95DF-4AF7-B9E2-CC5F8E8F079B}" dt="2025-04-03T08:20:41.210" v="178" actId="20577"/>
          <ac:spMkLst>
            <pc:docMk/>
            <pc:sldMk cId="270074230" sldId="266"/>
            <ac:spMk id="3" creationId="{64F346C8-BB21-3865-107A-72CF3B004CA2}"/>
          </ac:spMkLst>
        </pc:spChg>
        <pc:spChg chg="add mod">
          <ac:chgData name="Rens van Dam" userId="cbbfe1f2-c982-4950-8b62-7b9019e18432" providerId="ADAL" clId="{B8CD87D1-95DF-4AF7-B9E2-CC5F8E8F079B}" dt="2025-04-03T08:21:04.730" v="199" actId="20577"/>
          <ac:spMkLst>
            <pc:docMk/>
            <pc:sldMk cId="270074230" sldId="266"/>
            <ac:spMk id="8" creationId="{208D8AC5-D9B1-3705-D9EF-FE0C20C2F13F}"/>
          </ac:spMkLst>
        </pc:spChg>
        <pc:picChg chg="add del mod">
          <ac:chgData name="Rens van Dam" userId="cbbfe1f2-c982-4950-8b62-7b9019e18432" providerId="ADAL" clId="{B8CD87D1-95DF-4AF7-B9E2-CC5F8E8F079B}" dt="2025-04-03T08:18:32.586" v="15" actId="478"/>
          <ac:picMkLst>
            <pc:docMk/>
            <pc:sldMk cId="270074230" sldId="266"/>
            <ac:picMk id="5" creationId="{18F3AC7D-FFAD-4BE7-D71C-55DB00BFBBE8}"/>
          </ac:picMkLst>
        </pc:picChg>
        <pc:picChg chg="add mod">
          <ac:chgData name="Rens van Dam" userId="cbbfe1f2-c982-4950-8b62-7b9019e18432" providerId="ADAL" clId="{B8CD87D1-95DF-4AF7-B9E2-CC5F8E8F079B}" dt="2025-04-03T08:20:19.025" v="150" actId="1076"/>
          <ac:picMkLst>
            <pc:docMk/>
            <pc:sldMk cId="270074230" sldId="266"/>
            <ac:picMk id="7" creationId="{7D64BB37-C04A-0429-19B0-20E4C5697E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1FB6B-7457-497F-BF61-F24CDDF7ACB0}" type="datetimeFigureOut">
              <a:rPr lang="en-NL" smtClean="0"/>
              <a:t>03/04/2025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E096BB-731D-4E6B-8436-AB791F0AEAD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37401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096BB-731D-4E6B-8436-AB791F0AEAD6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61732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6810A-063A-9BF6-83CA-E1C36AF68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39604-17B3-2B17-034F-3B8A6433B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CF8C2-6160-0E30-FF5E-A3D9FBB2D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A3FE-0062-4728-97E9-3E4183F66514}" type="datetimeFigureOut">
              <a:rPr lang="en-NL" smtClean="0"/>
              <a:t>03/04/2025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19848-ACA1-585A-2813-7D37C60C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78A9D-BBCD-A184-3EC2-B8BC9F7F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7E1C0-B876-4459-8474-736755AD10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0224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65B25-5091-4210-C8B2-0B80364C9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B1975-9498-0F81-80A2-37A55FC2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6AFEE-AF2A-FBA7-8CC8-34764BF43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A3FE-0062-4728-97E9-3E4183F66514}" type="datetimeFigureOut">
              <a:rPr lang="en-NL" smtClean="0"/>
              <a:t>03/04/2025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00764-074E-055F-0BB5-91BB0490A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2245-E21F-5A25-053A-BC0D2626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7E1C0-B876-4459-8474-736755AD10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685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E3F3-129A-5112-7DE4-830A2C963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C5CAA-122C-1D81-22AF-8E4259B87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88587-0BAB-9EBB-7F9B-857D4D0AB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A3FE-0062-4728-97E9-3E4183F66514}" type="datetimeFigureOut">
              <a:rPr lang="en-NL" smtClean="0"/>
              <a:t>03/04/2025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CF342-BB3E-19D9-CE13-889CFAAF3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69B0C-85B3-FF46-0618-0A9ADA50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7E1C0-B876-4459-8474-736755AD10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23291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79108-AEC0-BB3B-745F-F27FBC81F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452D0-C21F-4F34-7826-698A9A392E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E18D6-CB2E-C373-4189-F08DA2E6A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78EF6-352C-D4CE-96B5-1716F5BED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A3FE-0062-4728-97E9-3E4183F66514}" type="datetimeFigureOut">
              <a:rPr lang="en-NL" smtClean="0"/>
              <a:t>03/04/2025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C0266-5C70-3458-435B-7A42FA8BE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EEB69-795F-C22B-F87F-6B4F4EBE4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7E1C0-B876-4459-8474-736755AD10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067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6AA4-22F2-B20F-C5A4-1A76ED18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CE856-2714-B563-4357-E9911048B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CEBF9-3CE3-183A-21E4-874BF07E3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3AA0EA-C00B-87FE-1306-E46E2FFA5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820B5B-A0D1-DFF2-0171-5B842CC60E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25BA61-0600-9F5D-C589-FC84D082A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A3FE-0062-4728-97E9-3E4183F66514}" type="datetimeFigureOut">
              <a:rPr lang="en-NL" smtClean="0"/>
              <a:t>03/04/2025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1DE4C9-E239-D95C-CB13-F186D5DA0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B3ECBD-A7EC-062E-1A67-7984503F6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7E1C0-B876-4459-8474-736755AD10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3172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AB937-57E8-1E69-B0F4-8860A02D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01812-8700-2EFF-C656-1CD3636B9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A3FE-0062-4728-97E9-3E4183F66514}" type="datetimeFigureOut">
              <a:rPr lang="en-NL" smtClean="0"/>
              <a:t>03/04/2025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8F208-09C1-E5BD-0B3B-7AB3D9F3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8CC65-6BEF-B3BF-1DDB-1177A63DB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7E1C0-B876-4459-8474-736755AD10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70214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8CC738-762C-19AB-0A13-2E6A8F2F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A3FE-0062-4728-97E9-3E4183F66514}" type="datetimeFigureOut">
              <a:rPr lang="en-NL" smtClean="0"/>
              <a:t>03/04/2025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D9C075-649E-608D-6A20-FA8A2E4C4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14EE3-D7DA-46B1-7E16-40689BF9B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7E1C0-B876-4459-8474-736755AD10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2899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51F3-1384-AB20-1D72-2E45F5881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940B2-2643-4A96-9EAC-ACEA11E3A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62EB8-69AC-17C9-6B0E-6AC452B07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C7F48-4154-3B69-9B07-4A522032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A3FE-0062-4728-97E9-3E4183F66514}" type="datetimeFigureOut">
              <a:rPr lang="en-NL" smtClean="0"/>
              <a:t>03/04/2025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23314-7972-7837-FB4F-6F5C7C0C7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92333-0F80-D927-0B72-340EA830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7E1C0-B876-4459-8474-736755AD10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13994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C697D-3F83-007A-95CE-822A1CB9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9F82C-61D7-283F-1309-586FC1A3D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2B8B0-1C1B-7D1F-3435-2A369150C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7BE24-B681-6E39-1B22-A16BE2283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A3FE-0062-4728-97E9-3E4183F66514}" type="datetimeFigureOut">
              <a:rPr lang="en-NL" smtClean="0"/>
              <a:t>03/04/2025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9DFBB-E74E-A1E0-EDE3-B1FDEFBA3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4BCEF-CB00-4322-DC3A-60D28C4B1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7E1C0-B876-4459-8474-736755AD10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16105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A64E-6B12-E456-A06F-7A5424220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E90A6E-385A-7A98-0AE3-0F8811545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1687B-70FA-3836-41D2-EA29F36B9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A3FE-0062-4728-97E9-3E4183F66514}" type="datetimeFigureOut">
              <a:rPr lang="en-NL" smtClean="0"/>
              <a:t>03/04/2025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98977-9BE6-1EE2-0923-20F5B63AE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02714-23FB-90EF-F917-DCE539A5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7E1C0-B876-4459-8474-736755AD10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23941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E034F2-B10E-9DDB-09D6-20C5E3F2FA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23E9A-7A63-40CB-4674-3BDFB2325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5B9DB-0B52-EBC0-A90A-0E4BA36F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A3FE-0062-4728-97E9-3E4183F66514}" type="datetimeFigureOut">
              <a:rPr lang="en-NL" smtClean="0"/>
              <a:t>03/04/2025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A31FE-47E9-CD0A-B74A-64A5D3A14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1AF94-A0EF-83EE-C43F-7B3375E21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7E1C0-B876-4459-8474-736755AD10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0828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EE601D-3FD5-82C5-0C6C-8A5A6413F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2D636-D4B6-8EED-498F-E6F3AB5BA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01BB7-CCEA-8736-2B31-F0EAE9C26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1A3FE-0062-4728-97E9-3E4183F66514}" type="datetimeFigureOut">
              <a:rPr lang="en-NL" smtClean="0"/>
              <a:t>03/04/2025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74F39-443D-D340-8706-CC5447E51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11F37-8A6C-9E6B-EC29-8F699534F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7E1C0-B876-4459-8474-736755AD10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43368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0C39-CD54-46A1-3662-D47D8CBC91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3-4-2025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ACA17-CC71-D755-7EF2-BB30B71833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52014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425DA-3731-6581-F16D-F8FAFBDB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Let’s try to fit the dead time peak.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9D41E-0D13-ED03-9FCE-C42427E10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1 emitter, 330kW/cm2</a:t>
            </a:r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001B8-3DAF-6F85-F896-C9FDEE7F9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387" y="2674411"/>
            <a:ext cx="7078258" cy="418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47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CCB0-2C4D-455A-EDF9-05B04C973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1AF77-F884-F38C-8F6E-4B8F736CD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3 emitters, 550 kW/cm^2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54D4C-75AB-143B-682A-4D45439F7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341" y="2726946"/>
            <a:ext cx="6571317" cy="392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75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9E52-1954-7FA8-1A99-060278E9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6F349-E076-2924-1E2F-C961620E73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Is there a relation between the excitation rate and the decay rate of the deadtime peak?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2086CC-F26D-6348-1F47-59388BFBD2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86904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85AD-C2E5-5786-8C4A-D28AAC790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022C1-AD87-4729-0AB5-463577FC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1 emitter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58104-815B-080E-95CB-0E7639B4C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495" y="2093607"/>
            <a:ext cx="7281250" cy="432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88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CE87-EFB1-3E09-13A3-6438C7DE9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B7D3E-DB91-29B3-8BD6-6A4DF6B94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3 emitters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E0C795-BE60-2062-294E-A78B22A09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03" y="1960561"/>
            <a:ext cx="7346611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17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E151A-68A0-2701-0E0C-16B6E90C6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FFBC5-94D1-631D-6D51-41A85DA39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Amplitude A: height of deadtime peak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6EB4E-B5B7-125B-591A-AB7F101C4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304" y="2379964"/>
            <a:ext cx="6605391" cy="386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49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6E22-2363-598F-125D-762F623F3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71B13-5AA6-F0A8-010B-6CD1BEE1C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46A97-2654-E7D0-690D-5599674C6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032" y="1367892"/>
            <a:ext cx="8958694" cy="526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24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0A01A-7AB8-638C-45A8-ECBF9579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FCAE5-B2C7-070F-A745-BA8A01AEC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NL" dirty="0"/>
                  <a:t>Higher decay rate =&gt; steeper drop-off</a:t>
                </a:r>
              </a:p>
              <a:p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nl-NL" b="0" i="1" smtClean="0">
                        <a:latin typeface="Cambria Math" panose="02040503050406030204" pitchFamily="18" charset="0"/>
                      </a:rPr>
                      <m:t>=1 −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NL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𝑒𝑥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nl-NL" b="0" i="1" smtClean="0">
                        <a:latin typeface="Cambria Math" panose="02040503050406030204" pitchFamily="18" charset="0"/>
                      </a:rPr>
                      <m:t>=1 −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𝑒𝑥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nl-NL" dirty="0"/>
              </a:p>
              <a:p>
                <a:endParaRPr lang="en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FCAE5-B2C7-070F-A745-BA8A01AEC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74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E6433-2566-66D5-5476-87CFB19E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3D502-FE62-410C-4386-1AA2E1215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98B2C-BBC0-114B-9C91-2F82BB548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191" y="1027906"/>
            <a:ext cx="9419617" cy="55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18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18C9-CF68-BF15-2417-82073B6B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Deadtime peak amplitude vs # emitters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346C8-BB21-3865-107A-72CF3B004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Errorbars: variation in 20 simulations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64BB37-C04A-0429-19B0-20E4C5697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895" y="2369378"/>
            <a:ext cx="6996770" cy="42093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8D8AC5-D9B1-3705-D9EF-FE0C20C2F13F}"/>
              </a:ext>
            </a:extLst>
          </p:cNvPr>
          <p:cNvSpPr txBox="1"/>
          <p:nvPr/>
        </p:nvSpPr>
        <p:spPr>
          <a:xfrm>
            <a:off x="355502" y="5655429"/>
            <a:ext cx="21336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dirty="0"/>
              <a:t>Laser: 300 kW/cm2</a:t>
            </a:r>
          </a:p>
          <a:p>
            <a:r>
              <a:rPr lang="nl-NL" dirty="0"/>
              <a:t>Deadtime: 50ns</a:t>
            </a:r>
          </a:p>
          <a:p>
            <a:r>
              <a:rPr lang="nl-NL" dirty="0"/>
              <a:t>Bins: 0.1ns</a:t>
            </a:r>
          </a:p>
        </p:txBody>
      </p:sp>
    </p:spTree>
    <p:extLst>
      <p:ext uri="{BB962C8B-B14F-4D97-AF65-F5344CB8AC3E}">
        <p14:creationId xmlns:p14="http://schemas.microsoft.com/office/powerpoint/2010/main" val="270074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98</Words>
  <Application>Microsoft Office PowerPoint</Application>
  <PresentationFormat>Widescreen</PresentationFormat>
  <Paragraphs>16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3-4-2025</vt:lpstr>
      <vt:lpstr>Let’s try to fit the dead time peak.</vt:lpstr>
      <vt:lpstr>PowerPoint Presentation</vt:lpstr>
      <vt:lpstr>Is there a relation between the excitation rate and the decay rate of the deadtime peak?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Deadtime peak amplitude vs # emitters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Rens van Dam</dc:creator>
  <cp:lastModifiedBy>Rens van Dam</cp:lastModifiedBy>
  <cp:revision>1</cp:revision>
  <dcterms:created xsi:type="dcterms:W3CDTF">2025-04-01T09:48:57Z</dcterms:created>
  <dcterms:modified xsi:type="dcterms:W3CDTF">2025-04-03T15:30:21Z</dcterms:modified>
</cp:coreProperties>
</file>