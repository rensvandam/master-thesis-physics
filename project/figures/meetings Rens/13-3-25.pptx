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7D52-7284-458B-B007-14F1C5A83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6A165-DFD2-9C82-9340-A16C926CB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C7A21-D8AE-7619-EA11-E311F3B62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616B-4F22-4AF3-992D-0EEA0B5C408C}" type="datetimeFigureOut">
              <a:rPr lang="en-NL" smtClean="0"/>
              <a:t>13/03/2025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E7D5C-0480-AD72-720B-10FF485A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2802D-1FAB-38D0-46ED-E92622B4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C3FD-48F6-421F-8A6A-50E311642D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971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E231F-AF32-915B-2256-F52B30F2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21D98-1E2C-FE08-7965-C82D158E5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D533C-68A5-E738-62A2-7F613D158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616B-4F22-4AF3-992D-0EEA0B5C408C}" type="datetimeFigureOut">
              <a:rPr lang="en-NL" smtClean="0"/>
              <a:t>13/03/2025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6F63C-C366-4DE0-6234-8F6A8510E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50C1D-0B38-1ECC-56AD-316A527DF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C3FD-48F6-421F-8A6A-50E311642D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91054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4372B-6377-F70D-4B91-364349EC9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4DCAD-4901-1ABC-D748-04BE092BD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49263-2669-B088-8FD3-389945130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616B-4F22-4AF3-992D-0EEA0B5C408C}" type="datetimeFigureOut">
              <a:rPr lang="en-NL" smtClean="0"/>
              <a:t>13/03/2025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78091-6DC8-ECAE-CFCB-88675B19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C2DB5-3C41-944F-03E0-0649EDBD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C3FD-48F6-421F-8A6A-50E311642D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0897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564F-F256-6BDD-3D7C-75594B04E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E5BBE-8F25-BE3C-FDBD-99D576A3B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E8047-239E-FFE1-FAC6-9218F585D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3ED92-1BE4-10F0-DD7B-CF746F00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616B-4F22-4AF3-992D-0EEA0B5C408C}" type="datetimeFigureOut">
              <a:rPr lang="en-NL" smtClean="0"/>
              <a:t>13/03/2025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C28A1-75B1-3079-5EAA-76FC22178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3EEEF-6FB1-AD15-580C-8B3D76FC2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C3FD-48F6-421F-8A6A-50E311642D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83437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7348-64E6-AEF8-4F3D-DEFEEC0EE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04B63-22E1-EAF5-54F6-BF4E14528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5B227-6060-E6BB-B834-96A47064A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899CDD-F498-033E-CB35-1222A11A8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8EDDB6-9AB1-7AE8-54B5-79A062E27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5A933C-A765-F2B6-97F3-EE830F69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616B-4F22-4AF3-992D-0EEA0B5C408C}" type="datetimeFigureOut">
              <a:rPr lang="en-NL" smtClean="0"/>
              <a:t>13/03/2025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CF4C79-BEB1-D2DD-253B-B654656BB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9ED6C0-33CA-A3E9-261D-2096736A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C3FD-48F6-421F-8A6A-50E311642D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24980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66DF5-36AB-61F6-9190-242CEA67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7C3632-8072-DA55-9533-CCE634D3B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616B-4F22-4AF3-992D-0EEA0B5C408C}" type="datetimeFigureOut">
              <a:rPr lang="en-NL" smtClean="0"/>
              <a:t>13/03/2025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0E295-59BA-0063-2338-D5149D21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B79D6-3E4F-00D5-8918-249B6B29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C3FD-48F6-421F-8A6A-50E311642D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51288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841686-EE4C-32B7-A696-A9087141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616B-4F22-4AF3-992D-0EEA0B5C408C}" type="datetimeFigureOut">
              <a:rPr lang="en-NL" smtClean="0"/>
              <a:t>13/03/2025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064DDD-0333-4163-1767-F19542F6A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AADD9-23EB-0AB9-37DE-24AFDB88D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C3FD-48F6-421F-8A6A-50E311642D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1489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64680-0405-C37A-41BE-AC6CA9053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7C8A4-6D57-D65E-5403-559854913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8296F-9294-7426-DCDB-C811F3AA3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2B567-DD50-275C-4218-6D33E1B74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616B-4F22-4AF3-992D-0EEA0B5C408C}" type="datetimeFigureOut">
              <a:rPr lang="en-NL" smtClean="0"/>
              <a:t>13/03/2025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29355-59DC-BBA1-3CE4-54F322A2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7C980-B4EF-38FB-0FF2-EA33CE6A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C3FD-48F6-421F-8A6A-50E311642D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93955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8EFD7-EE32-44EF-7179-8D2F6041B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A3FA1-5DE3-37CF-AB9A-011EE39339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07BF0-EDE0-15B4-1989-FE5A4CBC4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AA637-42CF-4725-DE5E-A29C435B2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616B-4F22-4AF3-992D-0EEA0B5C408C}" type="datetimeFigureOut">
              <a:rPr lang="en-NL" smtClean="0"/>
              <a:t>13/03/2025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23EC3-C972-E0AA-83A6-AD8A54B0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24FFE-9245-5087-FEF2-39CFA64A5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C3FD-48F6-421F-8A6A-50E311642D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62878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6B4B-B498-87C0-E0CA-E3231CC9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2C8A3-1C54-5446-73D2-D228A216D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9FEC5-E50E-6B86-CFA1-6C12B3613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616B-4F22-4AF3-992D-0EEA0B5C408C}" type="datetimeFigureOut">
              <a:rPr lang="en-NL" smtClean="0"/>
              <a:t>13/03/2025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AD417-D986-A5CF-EA88-4C0F93345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9DFF6-18EE-7DFC-610D-A8ED93FB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C3FD-48F6-421F-8A6A-50E311642D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388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9C1E5C-DCC4-3AAA-BDB6-8AEA797D4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7AE95E-EC44-3A19-EC08-B737B8CF7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C4DC2-C2BF-6C05-D4F8-53081352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616B-4F22-4AF3-992D-0EEA0B5C408C}" type="datetimeFigureOut">
              <a:rPr lang="en-NL" smtClean="0"/>
              <a:t>13/03/2025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D6604-6C6F-1C23-8EBC-F75828BE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94739-117D-DE91-4304-7272AAD1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BC3FD-48F6-421F-8A6A-50E311642D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65156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C0FEF3-DB98-1960-7329-6FC494F7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453CE-0E21-2743-52EA-DC601EEC2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6CF4E-A945-6D53-18CA-0F318B0D8A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D616B-4F22-4AF3-992D-0EEA0B5C408C}" type="datetimeFigureOut">
              <a:rPr lang="en-NL" smtClean="0"/>
              <a:t>13/03/2025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1409C-AD9C-4BB0-BE19-894D41C14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CA5BA-C224-3877-B857-5DAAEDAAB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DBC3FD-48F6-421F-8A6A-50E311642D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4468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CD70-B100-26D8-9062-F0E15D0BB0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13/3/25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26D7C-AAC1-87BB-C6D6-2F432E32E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94631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7C56F-5F9D-F813-43F4-3304A3493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720A2-CC69-7377-A739-E82AB5C2D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nl-NL" dirty="0"/>
              <a:t>Foundation of simulations work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4448C-9B70-48AB-914D-809AAE5AC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SPAD23</a:t>
            </a:r>
            <a:endParaRPr lang="en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41BD83-6F7A-E83A-0288-37A2630B0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39" y="1947247"/>
            <a:ext cx="11079121" cy="4410691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8490F2D6-33E0-F60B-7892-639557B83C9B}"/>
              </a:ext>
            </a:extLst>
          </p:cNvPr>
          <p:cNvSpPr/>
          <p:nvPr/>
        </p:nvSpPr>
        <p:spPr>
          <a:xfrm rot="10800000">
            <a:off x="1695427" y="3186551"/>
            <a:ext cx="2555732" cy="162948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3B70A0-41A5-9F5B-BA9D-172A5323A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07" y="2204745"/>
            <a:ext cx="3661536" cy="3593096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188DDA-7304-BC8B-9060-2E8966E4D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07" y="2204745"/>
            <a:ext cx="3661536" cy="35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3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91911-8742-749A-8DAB-176C331A8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0062"/>
            <a:ext cx="10515600" cy="1325563"/>
          </a:xfrm>
        </p:spPr>
        <p:txBody>
          <a:bodyPr/>
          <a:lstStyle/>
          <a:p>
            <a:r>
              <a:rPr lang="nl-NL" dirty="0"/>
              <a:t>Foundation of simulations work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D2C8C-3883-E7F8-0CC9-80805EE6B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/>
          <a:lstStyle/>
          <a:p>
            <a:r>
              <a:rPr lang="nl-NL" dirty="0"/>
              <a:t>SPAD512 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DEC884-EEBE-7ED7-796A-ADD9B1138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35" y="2486821"/>
            <a:ext cx="10210329" cy="414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02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1FC98-D4B4-F5E9-85C8-01E4DAD72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1615A-AAB0-15F5-10C1-4AB441E33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 do:	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B21-0E04-F749-41BD-52C88F9BF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Implement translation from sample plane to sensor plane</a:t>
            </a:r>
          </a:p>
          <a:p>
            <a:r>
              <a:rPr lang="nl-NL" dirty="0"/>
              <a:t>Incorporate dead time, dark counts, hot pixels (we’ve seen these last two can form a challenge)</a:t>
            </a:r>
          </a:p>
          <a:p>
            <a:r>
              <a:rPr lang="nl-NL" dirty="0"/>
              <a:t>Improve weights of contributions from neighbouring pixels</a:t>
            </a:r>
          </a:p>
          <a:p>
            <a:r>
              <a:rPr lang="nl-NL" dirty="0"/>
              <a:t>Where is the pixel detection boundary?</a:t>
            </a:r>
          </a:p>
          <a:p>
            <a:r>
              <a:rPr lang="nl-NL" dirty="0"/>
              <a:t>Widefield vs scanning?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27374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EEF8A-B6CB-F571-3598-7B79A5556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CDDF8-7456-C8DF-0683-67977E97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2 emitters (non widefield)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419CA-A25B-2784-2716-DDADF15C4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944465-73BE-BFDF-7AC6-2898FC4C5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30"/>
          <a:stretch/>
        </p:blipFill>
        <p:spPr>
          <a:xfrm>
            <a:off x="2085475" y="1653054"/>
            <a:ext cx="7570660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60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21E75-2064-AD89-8486-94A6BAE73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46ABD-1CAB-B571-074C-6156D4C1D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1 emitter (non widefield)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939AF-EA10-B58E-E11D-3713F196A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7EF4D-6FC1-FA07-492B-8320580FFE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24"/>
          <a:stretch/>
        </p:blipFill>
        <p:spPr>
          <a:xfrm>
            <a:off x="2440723" y="1690688"/>
            <a:ext cx="7785152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0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8BFC0-FBEE-2061-1538-49852F514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6A12F-416F-A387-E859-F8DC6521A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34AF2-1578-5872-49E5-E4E1EEDE2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8055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E7FD-2AF7-349D-F826-AE729EB97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E18DE-63E0-B5C7-0C7E-E4A9C07C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883C1-3549-A0D9-F3BF-4ED0778E3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26122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3C48E-3CC6-43A4-1AFC-0B52AD038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EEE2C-816D-A54F-51DC-0F99058FB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38E5F-81B7-1E57-CACF-55749D272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68959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1588</TotalTime>
  <Words>73</Words>
  <Application>Microsoft Office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13/3/25</vt:lpstr>
      <vt:lpstr>Foundation of simulations work</vt:lpstr>
      <vt:lpstr>Foundation of simulations work</vt:lpstr>
      <vt:lpstr>To do: </vt:lpstr>
      <vt:lpstr>2 emitters (non widefield)</vt:lpstr>
      <vt:lpstr>1 emitter (non widefield)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Dam, P.S. van (Rens)</dc:creator>
  <cp:lastModifiedBy>Rens van Dam</cp:lastModifiedBy>
  <cp:revision>1</cp:revision>
  <dcterms:created xsi:type="dcterms:W3CDTF">2025-03-13T08:25:01Z</dcterms:created>
  <dcterms:modified xsi:type="dcterms:W3CDTF">2025-03-14T10:53:36Z</dcterms:modified>
</cp:coreProperties>
</file>