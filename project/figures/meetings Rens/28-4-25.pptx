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60" r:id="rId5"/>
    <p:sldId id="263" r:id="rId6"/>
    <p:sldId id="258" r:id="rId7"/>
    <p:sldId id="261" r:id="rId8"/>
    <p:sldId id="259" r:id="rId9"/>
    <p:sldId id="266" r:id="rId10"/>
    <p:sldId id="267" r:id="rId1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4ACC7-1C83-4048-920A-95E83FB9AD96}" v="935" dt="2025-04-28T13:01:19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2F44ACC7-1C83-4048-920A-95E83FB9AD96}"/>
    <pc:docChg chg="custSel addSld delSld modSld sldOrd">
      <pc:chgData name="Rens van Dam" userId="cbbfe1f2-c982-4950-8b62-7b9019e18432" providerId="ADAL" clId="{2F44ACC7-1C83-4048-920A-95E83FB9AD96}" dt="2025-05-08T08:47:22.867" v="1638" actId="1076"/>
      <pc:docMkLst>
        <pc:docMk/>
      </pc:docMkLst>
      <pc:sldChg chg="addSp modSp mod">
        <pc:chgData name="Rens van Dam" userId="cbbfe1f2-c982-4950-8b62-7b9019e18432" providerId="ADAL" clId="{2F44ACC7-1C83-4048-920A-95E83FB9AD96}" dt="2025-04-28T07:55:21.566" v="523" actId="1076"/>
        <pc:sldMkLst>
          <pc:docMk/>
          <pc:sldMk cId="2369849754" sldId="258"/>
        </pc:sldMkLst>
        <pc:spChg chg="mod">
          <ac:chgData name="Rens van Dam" userId="cbbfe1f2-c982-4950-8b62-7b9019e18432" providerId="ADAL" clId="{2F44ACC7-1C83-4048-920A-95E83FB9AD96}" dt="2025-04-28T07:55:21.096" v="522" actId="20577"/>
          <ac:spMkLst>
            <pc:docMk/>
            <pc:sldMk cId="2369849754" sldId="258"/>
            <ac:spMk id="2" creationId="{8BA60DFA-A98E-FB0B-34CB-597FC8CD8728}"/>
          </ac:spMkLst>
        </pc:spChg>
        <pc:picChg chg="add mod">
          <ac:chgData name="Rens van Dam" userId="cbbfe1f2-c982-4950-8b62-7b9019e18432" providerId="ADAL" clId="{2F44ACC7-1C83-4048-920A-95E83FB9AD96}" dt="2025-04-28T07:40:28.897" v="22" actId="1076"/>
          <ac:picMkLst>
            <pc:docMk/>
            <pc:sldMk cId="2369849754" sldId="258"/>
            <ac:picMk id="5" creationId="{D243CD87-EDC9-2A7D-CF07-A050F594DEDF}"/>
          </ac:picMkLst>
        </pc:picChg>
        <pc:picChg chg="add mod modCrop">
          <ac:chgData name="Rens van Dam" userId="cbbfe1f2-c982-4950-8b62-7b9019e18432" providerId="ADAL" clId="{2F44ACC7-1C83-4048-920A-95E83FB9AD96}" dt="2025-04-28T07:55:21.566" v="523" actId="1076"/>
          <ac:picMkLst>
            <pc:docMk/>
            <pc:sldMk cId="2369849754" sldId="258"/>
            <ac:picMk id="7" creationId="{B0128A34-FA1A-15EA-553C-72395C4339CA}"/>
          </ac:picMkLst>
        </pc:picChg>
      </pc:sldChg>
      <pc:sldChg chg="modSp mod">
        <pc:chgData name="Rens van Dam" userId="cbbfe1f2-c982-4950-8b62-7b9019e18432" providerId="ADAL" clId="{2F44ACC7-1C83-4048-920A-95E83FB9AD96}" dt="2025-05-08T08:47:22.867" v="1638" actId="1076"/>
        <pc:sldMkLst>
          <pc:docMk/>
          <pc:sldMk cId="673151959" sldId="259"/>
        </pc:sldMkLst>
        <pc:spChg chg="mod">
          <ac:chgData name="Rens van Dam" userId="cbbfe1f2-c982-4950-8b62-7b9019e18432" providerId="ADAL" clId="{2F44ACC7-1C83-4048-920A-95E83FB9AD96}" dt="2025-05-08T08:47:22.867" v="1638" actId="1076"/>
          <ac:spMkLst>
            <pc:docMk/>
            <pc:sldMk cId="673151959" sldId="259"/>
            <ac:spMk id="2" creationId="{9C979D0C-250E-9C45-070E-47FC39B5CBB6}"/>
          </ac:spMkLst>
        </pc:spChg>
        <pc:spChg chg="mod">
          <ac:chgData name="Rens van Dam" userId="cbbfe1f2-c982-4950-8b62-7b9019e18432" providerId="ADAL" clId="{2F44ACC7-1C83-4048-920A-95E83FB9AD96}" dt="2025-04-28T13:01:19.377" v="1129" actId="20577"/>
          <ac:spMkLst>
            <pc:docMk/>
            <pc:sldMk cId="673151959" sldId="259"/>
            <ac:spMk id="3" creationId="{D8CDAAB3-EDD5-C3DA-0FD8-D6772FCA63D5}"/>
          </ac:spMkLst>
        </pc:spChg>
      </pc:sldChg>
      <pc:sldChg chg="addSp modSp mod ord">
        <pc:chgData name="Rens van Dam" userId="cbbfe1f2-c982-4950-8b62-7b9019e18432" providerId="ADAL" clId="{2F44ACC7-1C83-4048-920A-95E83FB9AD96}" dt="2025-05-01T07:53:02.356" v="1187"/>
        <pc:sldMkLst>
          <pc:docMk/>
          <pc:sldMk cId="2217573533" sldId="260"/>
        </pc:sldMkLst>
        <pc:spChg chg="mod">
          <ac:chgData name="Rens van Dam" userId="cbbfe1f2-c982-4950-8b62-7b9019e18432" providerId="ADAL" clId="{2F44ACC7-1C83-4048-920A-95E83FB9AD96}" dt="2025-04-29T09:52:48.837" v="1147" actId="20577"/>
          <ac:spMkLst>
            <pc:docMk/>
            <pc:sldMk cId="2217573533" sldId="260"/>
            <ac:spMk id="2" creationId="{F551B618-ABBE-9D95-5F88-0EA77377DCBF}"/>
          </ac:spMkLst>
        </pc:spChg>
        <pc:picChg chg="add mod">
          <ac:chgData name="Rens van Dam" userId="cbbfe1f2-c982-4950-8b62-7b9019e18432" providerId="ADAL" clId="{2F44ACC7-1C83-4048-920A-95E83FB9AD96}" dt="2025-04-29T09:48:10.417" v="1133" actId="1076"/>
          <ac:picMkLst>
            <pc:docMk/>
            <pc:sldMk cId="2217573533" sldId="260"/>
            <ac:picMk id="5" creationId="{57DE826D-A2CD-29EE-94B5-775B1D8D6F33}"/>
          </ac:picMkLst>
        </pc:picChg>
      </pc:sldChg>
      <pc:sldChg chg="addSp modSp new mod">
        <pc:chgData name="Rens van Dam" userId="cbbfe1f2-c982-4950-8b62-7b9019e18432" providerId="ADAL" clId="{2F44ACC7-1C83-4048-920A-95E83FB9AD96}" dt="2025-04-28T08:47:09.532" v="1039" actId="1076"/>
        <pc:sldMkLst>
          <pc:docMk/>
          <pc:sldMk cId="1546720360" sldId="261"/>
        </pc:sldMkLst>
        <pc:picChg chg="add mod">
          <ac:chgData name="Rens van Dam" userId="cbbfe1f2-c982-4950-8b62-7b9019e18432" providerId="ADAL" clId="{2F44ACC7-1C83-4048-920A-95E83FB9AD96}" dt="2025-04-28T08:47:04.890" v="1037" actId="1076"/>
          <ac:picMkLst>
            <pc:docMk/>
            <pc:sldMk cId="1546720360" sldId="261"/>
            <ac:picMk id="5" creationId="{EA81A0FE-8F4B-F8F4-AAEC-4C49C005D1AC}"/>
          </ac:picMkLst>
        </pc:picChg>
        <pc:picChg chg="add mod">
          <ac:chgData name="Rens van Dam" userId="cbbfe1f2-c982-4950-8b62-7b9019e18432" providerId="ADAL" clId="{2F44ACC7-1C83-4048-920A-95E83FB9AD96}" dt="2025-04-28T08:47:09.532" v="1039" actId="1076"/>
          <ac:picMkLst>
            <pc:docMk/>
            <pc:sldMk cId="1546720360" sldId="261"/>
            <ac:picMk id="7" creationId="{B8464A0D-089B-DD3A-8CE2-3E8DAD27CE35}"/>
          </ac:picMkLst>
        </pc:picChg>
      </pc:sldChg>
      <pc:sldChg chg="addSp modSp new del mod">
        <pc:chgData name="Rens van Dam" userId="cbbfe1f2-c982-4950-8b62-7b9019e18432" providerId="ADAL" clId="{2F44ACC7-1C83-4048-920A-95E83FB9AD96}" dt="2025-04-29T13:27:47.872" v="1176" actId="47"/>
        <pc:sldMkLst>
          <pc:docMk/>
          <pc:sldMk cId="3434480343" sldId="262"/>
        </pc:sldMkLst>
      </pc:sldChg>
      <pc:sldChg chg="addSp delSp modSp new mod ord">
        <pc:chgData name="Rens van Dam" userId="cbbfe1f2-c982-4950-8b62-7b9019e18432" providerId="ADAL" clId="{2F44ACC7-1C83-4048-920A-95E83FB9AD96}" dt="2025-05-01T07:53:04.542" v="1189"/>
        <pc:sldMkLst>
          <pc:docMk/>
          <pc:sldMk cId="763351641" sldId="263"/>
        </pc:sldMkLst>
        <pc:picChg chg="add mod">
          <ac:chgData name="Rens van Dam" userId="cbbfe1f2-c982-4950-8b62-7b9019e18432" providerId="ADAL" clId="{2F44ACC7-1C83-4048-920A-95E83FB9AD96}" dt="2025-04-29T13:28:32.625" v="1180" actId="1076"/>
          <ac:picMkLst>
            <pc:docMk/>
            <pc:sldMk cId="763351641" sldId="263"/>
            <ac:picMk id="11" creationId="{354B757A-8891-ECE2-9563-158722E0C570}"/>
          </ac:picMkLst>
        </pc:picChg>
      </pc:sldChg>
      <pc:sldChg chg="modSp new del mod ord">
        <pc:chgData name="Rens van Dam" userId="cbbfe1f2-c982-4950-8b62-7b9019e18432" providerId="ADAL" clId="{2F44ACC7-1C83-4048-920A-95E83FB9AD96}" dt="2025-04-29T13:24:28.431" v="1175" actId="47"/>
        <pc:sldMkLst>
          <pc:docMk/>
          <pc:sldMk cId="1310864401" sldId="264"/>
        </pc:sldMkLst>
      </pc:sldChg>
      <pc:sldChg chg="modSp new mod ord">
        <pc:chgData name="Rens van Dam" userId="cbbfe1f2-c982-4950-8b62-7b9019e18432" providerId="ADAL" clId="{2F44ACC7-1C83-4048-920A-95E83FB9AD96}" dt="2025-05-01T07:53:00.189" v="1185"/>
        <pc:sldMkLst>
          <pc:docMk/>
          <pc:sldMk cId="3085965771" sldId="265"/>
        </pc:sldMkLst>
        <pc:spChg chg="mod">
          <ac:chgData name="Rens van Dam" userId="cbbfe1f2-c982-4950-8b62-7b9019e18432" providerId="ADAL" clId="{2F44ACC7-1C83-4048-920A-95E83FB9AD96}" dt="2025-04-29T13:24:26.161" v="1174" actId="20577"/>
          <ac:spMkLst>
            <pc:docMk/>
            <pc:sldMk cId="3085965771" sldId="265"/>
            <ac:spMk id="2" creationId="{D0A38ECF-E827-F746-9E87-D046D8C52AFE}"/>
          </ac:spMkLst>
        </pc:spChg>
      </pc:sldChg>
      <pc:sldChg chg="addSp delSp modSp new mod">
        <pc:chgData name="Rens van Dam" userId="cbbfe1f2-c982-4950-8b62-7b9019e18432" providerId="ADAL" clId="{2F44ACC7-1C83-4048-920A-95E83FB9AD96}" dt="2025-05-01T08:05:42.006" v="1196" actId="1076"/>
        <pc:sldMkLst>
          <pc:docMk/>
          <pc:sldMk cId="3326070120" sldId="266"/>
        </pc:sldMkLst>
        <pc:picChg chg="add mod">
          <ac:chgData name="Rens van Dam" userId="cbbfe1f2-c982-4950-8b62-7b9019e18432" providerId="ADAL" clId="{2F44ACC7-1C83-4048-920A-95E83FB9AD96}" dt="2025-05-01T08:05:42.006" v="1196" actId="1076"/>
          <ac:picMkLst>
            <pc:docMk/>
            <pc:sldMk cId="3326070120" sldId="266"/>
            <ac:picMk id="7" creationId="{64C6A658-50EB-5094-54EA-48CB7C8541D7}"/>
          </ac:picMkLst>
        </pc:picChg>
      </pc:sldChg>
      <pc:sldChg chg="addSp modSp new mod">
        <pc:chgData name="Rens van Dam" userId="cbbfe1f2-c982-4950-8b62-7b9019e18432" providerId="ADAL" clId="{2F44ACC7-1C83-4048-920A-95E83FB9AD96}" dt="2025-05-01T08:27:42.830" v="1636" actId="20577"/>
        <pc:sldMkLst>
          <pc:docMk/>
          <pc:sldMk cId="2060345350" sldId="267"/>
        </pc:sldMkLst>
        <pc:spChg chg="mod">
          <ac:chgData name="Rens van Dam" userId="cbbfe1f2-c982-4950-8b62-7b9019e18432" providerId="ADAL" clId="{2F44ACC7-1C83-4048-920A-95E83FB9AD96}" dt="2025-05-01T08:08:03.234" v="1216" actId="20577"/>
          <ac:spMkLst>
            <pc:docMk/>
            <pc:sldMk cId="2060345350" sldId="267"/>
            <ac:spMk id="2" creationId="{1CD99982-F804-A243-0984-C702C63F41AE}"/>
          </ac:spMkLst>
        </pc:spChg>
        <pc:spChg chg="mod">
          <ac:chgData name="Rens van Dam" userId="cbbfe1f2-c982-4950-8b62-7b9019e18432" providerId="ADAL" clId="{2F44ACC7-1C83-4048-920A-95E83FB9AD96}" dt="2025-05-01T08:27:42.830" v="1636" actId="20577"/>
          <ac:spMkLst>
            <pc:docMk/>
            <pc:sldMk cId="2060345350" sldId="267"/>
            <ac:spMk id="3" creationId="{8F41E4C5-BED8-F949-AFCC-2DAFC7D85BD7}"/>
          </ac:spMkLst>
        </pc:spChg>
        <pc:picChg chg="add mod">
          <ac:chgData name="Rens van Dam" userId="cbbfe1f2-c982-4950-8b62-7b9019e18432" providerId="ADAL" clId="{2F44ACC7-1C83-4048-920A-95E83FB9AD96}" dt="2025-05-01T08:25:52.218" v="1447" actId="1076"/>
          <ac:picMkLst>
            <pc:docMk/>
            <pc:sldMk cId="2060345350" sldId="267"/>
            <ac:picMk id="5" creationId="{77AD3348-1B5C-90FC-F12E-9DF9853B4983}"/>
          </ac:picMkLst>
        </pc:picChg>
        <pc:picChg chg="add mod">
          <ac:chgData name="Rens van Dam" userId="cbbfe1f2-c982-4950-8b62-7b9019e18432" providerId="ADAL" clId="{2F44ACC7-1C83-4048-920A-95E83FB9AD96}" dt="2025-05-01T08:25:47.779" v="1444" actId="1076"/>
          <ac:picMkLst>
            <pc:docMk/>
            <pc:sldMk cId="2060345350" sldId="267"/>
            <ac:picMk id="7" creationId="{E314D8C2-157C-D6D0-04E4-217A982825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B09F3-27D0-490F-954D-430B8C549BB0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07145-EECD-48F7-9C3A-31C24BEAB57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401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07145-EECD-48F7-9C3A-31C24BEAB578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236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03AE-E535-C72A-B9A7-965929C6C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C9738-9C01-E2A2-04E6-DDCE5BA36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7F779-BB15-C93C-BA40-758B9682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E0DBE-FDE4-B519-D7A8-BFFE64BE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F542A-C7C6-45BD-58F4-94C1974A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96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31F0-A0F2-F814-C08C-3B78D67D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16F84-B809-E5E5-AE67-ECEDDB3D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D036-895A-7A02-4A56-43ECCA11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6CC4B-3EBD-86A5-3730-FD191A5D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CA64-6D24-479F-5786-A300671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457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71AC-2CFE-E8CC-1197-0C3378C2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BF4AD-8353-BD89-9B21-9939929C4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0475-F73D-E0AD-C447-BDBF8C5C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B4C8F-6FAF-8F76-C06B-F24FB6D2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D15F4-FCAF-E00E-51D0-ED5C4C68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328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BFCC-1005-C663-C832-F734ACF2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66C9-D6CA-1D72-AC9B-366C96C84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F4228-46C9-FABD-8BED-DB7940FC9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D1085-B22E-49C5-1AAD-D2DFDCC3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4161B-7810-163E-7F20-B304CEC3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02CEA-7165-ED83-41DB-E6821BE8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40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3445-7ACE-0363-4F0C-49B7C6E9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D68D4-1497-6F82-E0ED-02149F50A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7FC1C-2628-0534-B08E-4B2866A9B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6F535-DF8B-C943-BFE8-0D91DE457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AE147-AA88-60E6-89B0-F4917A860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0FD51-8936-E3C4-9A46-7BD9276A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6954E-5A1B-0514-63C3-A8531D35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B1805-26C3-BD92-6D90-129298D3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268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43A0-6A84-70C2-5A91-62099044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C8D83-450A-BA9A-5FC5-C1A84876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1DBBA-A7B7-2D86-10E5-9B95EE3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469C2-220B-AC5F-9058-921BE8EC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280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82F9C-8003-8143-90E5-73ABCB3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5557B-5EBF-6738-7D99-CF0F0814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5EDAD-0E02-0615-85D7-C838D6B1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886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8F37-DF9C-5E84-E668-4610B3F1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4E7C-8E85-7868-5A3B-8357B8402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C682D-63D9-A891-C836-11A5FF11C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BBDF6-E6E4-9DB3-2C95-2ED51678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CA0BF-CEAC-E1DA-1954-BFA70341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78364-6519-01B0-F884-B95827AA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78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B5D7-F67C-56A7-1C5C-3D7D238D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5D595-EFAC-4CB2-4843-5EC3D975D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08C2A-B4C2-5260-F254-C72B9C3FE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3B8D8-971C-A117-6014-0B8C7C81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EA3F-BCCE-FCFE-B51A-91923525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BE4FB-33A5-65A7-044E-28167703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245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9885-CD55-0525-B8EB-18C36EEC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923B3-6D47-553C-0B52-C4AF76362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BBE5D-8818-EF7E-C796-A875854A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6BAE7-0414-ECD5-B9F7-B0694FFC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75B19-D4AB-C16A-0F1F-FD70FCCB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985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20038E-F04D-1CBC-F079-8C98244AD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C6D7E-2A51-C544-ECDB-F60EA5C21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8858-F9E6-5225-B137-6C2C8746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E4D9E-4095-3402-B0E7-02BA70A9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5087D-AF82-EDF2-1FD4-D099689D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038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5773E-8E23-9DC6-A33F-06A90352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62680-BA06-104C-F36C-1B03FF514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02453-1C6D-7792-144E-208C3C7F4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05233-49BD-4919-8705-A05DC088B06A}" type="datetimeFigureOut">
              <a:rPr lang="en-NL" smtClean="0"/>
              <a:t>08/05/2025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20AF8-B924-FB8E-5FA4-626E844DC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615CB-B556-0C7E-F239-B1B37E826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7B599-E1E8-4EB6-84F6-D124C698C7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148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C115F-FF54-5645-2C63-9A90654A8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28/4/25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FDB80-F75A-9EA6-5A32-705486ED76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590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682F-8B9A-C2CE-7E27-BA856F31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A92B-215B-9920-2D6B-A48CA7D7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893BF-6EC9-B71B-F26F-F9856043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621350"/>
            <a:ext cx="8938952" cy="58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8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8ECF-E827-F746-9E87-D046D8C52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ISM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B220B-56E3-4EEF-AC4F-3A5E1BB75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596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618-ABBE-9D95-5F88-0EA77377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Shift vectors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250-2079-F932-8591-0D79422B6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E826D-A2CD-29EE-94B5-775B1D8D6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400552"/>
            <a:ext cx="9931400" cy="47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7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056D-B37C-44C9-4547-623A8F9D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052C-E8E4-7A9E-CA44-5A7B3052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B757A-8891-ECE2-9563-158722E0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943962"/>
            <a:ext cx="11201400" cy="325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5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A60DFA-A98E-FB0B-34CB-597FC8CD87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nl-NL" dirty="0"/>
                  <a:t>Intensity (left)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nl-NL" dirty="0"/>
                  <a:t> (right)</a:t>
                </a:r>
                <a:endParaRPr lang="en-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A60DFA-A98E-FB0B-34CB-597FC8CD8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053C-091B-377E-3768-CA89407B6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3CD87-EDC9-2A7D-CF07-A050F594D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028" y="1485106"/>
            <a:ext cx="6208842" cy="503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128A34-FA1A-15EA-553C-72395C4339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32" t="26446" r="34478" b="20464"/>
          <a:stretch/>
        </p:blipFill>
        <p:spPr>
          <a:xfrm>
            <a:off x="426381" y="1485106"/>
            <a:ext cx="5019828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4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34F4-4248-3DE7-FDA9-20B2050D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DEB63-37B6-227A-72C5-FCA9E97B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1A0FE-8F4B-F8F4-AAEC-4C49C005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383" y="1391579"/>
            <a:ext cx="5733617" cy="478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64A0D-089B-DD3A-8CE2-3E8DAD27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" y="1196620"/>
            <a:ext cx="6066779" cy="498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2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9D0C-250E-9C45-070E-47FC39B5C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374269"/>
            <a:ext cx="10515600" cy="1325563"/>
          </a:xfrm>
        </p:spPr>
        <p:txBody>
          <a:bodyPr/>
          <a:lstStyle/>
          <a:p>
            <a:r>
              <a:rPr lang="nl-NL" dirty="0"/>
              <a:t>Approach 1: RSS (residual sum of squares)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AAB3-EDD5-C3DA-0FD8-D6772FCA63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nl-NL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p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nl-NL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 ; </m:t>
                    </m:r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NL" b="0" i="1" dirty="0">
                    <a:latin typeface="Cambria Math" panose="02040503050406030204" pitchFamily="18" charset="0"/>
                  </a:rPr>
                  <a:t> </a:t>
                </a:r>
                <a:r>
                  <a:rPr lang="nl-NL" b="0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l-NL" b="0" i="1" dirty="0">
                    <a:latin typeface="Cambria Math" panose="02040503050406030204" pitchFamily="18" charset="0"/>
                  </a:rPr>
                  <a:t> </a:t>
                </a:r>
                <a:r>
                  <a:rPr lang="nl-NL" dirty="0">
                    <a:latin typeface="Cambria Math" panose="02040503050406030204" pitchFamily="18" charset="0"/>
                  </a:rPr>
                  <a:t>chosen by performance)</a:t>
                </a:r>
                <a:endParaRPr lang="nl-NL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𝑚𝑒𝑎𝑠</m:t>
                            </m:r>
                          </m:sub>
                        </m:sSub>
                        <m:d>
                          <m:d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))^2</m:t>
                        </m:r>
                      </m:e>
                    </m:nary>
                  </m:oMath>
                </a14:m>
                <a:endParaRPr lang="nl-NL" b="0" dirty="0"/>
              </a:p>
              <a:p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𝑚𝑒𝑎𝑠</m:t>
                            </m:r>
                          </m:sub>
                        </m:sSub>
                        <m:d>
                          <m:d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))^2</m:t>
                        </m:r>
                      </m:e>
                    </m:nary>
                  </m:oMath>
                </a14:m>
                <a:endParaRPr lang="nl-NL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𝑃𝑆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nl-NL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NL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𝑃𝑆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Initial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nl-NL" dirty="0"/>
                  <a:t>: 1) look at local maxima 2) look at estimated nr of emitters map (est_nr_emitters) at that local maxima. Use that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as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initials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DAAB3-EDD5-C3DA-0FD8-D6772FCA6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b="-16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15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A0F6-8F80-6247-3BCF-74D744FD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B115-9841-32FE-25D2-EE819DD1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6A658-50EB-5094-54EA-48CB7C85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88" y="681037"/>
            <a:ext cx="9506223" cy="569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7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9982-F804-A243-0984-C702C63F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Initial positions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1E4C5-BED8-F949-AFCC-2DAFC7D85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nl-NL" dirty="0"/>
              <a:t>Find local maxima using pre-made algorithm</a:t>
            </a:r>
          </a:p>
          <a:p>
            <a:pPr marL="971550" lvl="1" indent="-514350">
              <a:buAutoNum type="arabicPeriod"/>
            </a:pPr>
            <a:r>
              <a:rPr lang="nl-NL" dirty="0"/>
              <a:t>Iterate over each position; look in 5x5 neighbourhood; assign max value to that position. </a:t>
            </a:r>
            <a:r>
              <a:rPr lang="nl-NL"/>
              <a:t>Then take only the intensity image where measured intensity is equal to local max map ; this gives the maxima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D3348-1B5C-90FC-F12E-9DF9853B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580" y="3236693"/>
            <a:ext cx="4114039" cy="3357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4D8C2-157C-D6D0-04E4-217A9828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65" y="3236693"/>
            <a:ext cx="4159616" cy="345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4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8941</TotalTime>
  <Words>177</Words>
  <Application>Microsoft Office PowerPoint</Application>
  <PresentationFormat>Widescreen</PresentationFormat>
  <Paragraphs>17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28/4/25</vt:lpstr>
      <vt:lpstr>PowerPoint Presentation</vt:lpstr>
      <vt:lpstr>ISM</vt:lpstr>
      <vt:lpstr>Shift vectors</vt:lpstr>
      <vt:lpstr>PowerPoint Presentation</vt:lpstr>
      <vt:lpstr>Intensity (left) and ⟨G^2 (∞)⟩-G^2 (0) (right)</vt:lpstr>
      <vt:lpstr>PowerPoint Presentation</vt:lpstr>
      <vt:lpstr>Approach 1: RSS (residual sum of squares)</vt:lpstr>
      <vt:lpstr>PowerPoint Presentation</vt:lpstr>
      <vt:lpstr>Initial positions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2025-04-24T11:42:58Z</dcterms:created>
  <dcterms:modified xsi:type="dcterms:W3CDTF">2025-05-08T08:47:32Z</dcterms:modified>
</cp:coreProperties>
</file>