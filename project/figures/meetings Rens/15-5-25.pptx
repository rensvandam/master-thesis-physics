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74" r:id="rId4"/>
    <p:sldId id="262" r:id="rId5"/>
    <p:sldId id="263" r:id="rId6"/>
    <p:sldId id="271" r:id="rId7"/>
    <p:sldId id="275" r:id="rId8"/>
    <p:sldId id="276" r:id="rId9"/>
    <p:sldId id="277" r:id="rId10"/>
    <p:sldId id="268" r:id="rId11"/>
    <p:sldId id="269" r:id="rId12"/>
    <p:sldId id="270" r:id="rId13"/>
    <p:sldId id="272" r:id="rId1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9C4EC2-9A59-4429-8A0A-85763AAC2ABA}" v="7" dt="2025-05-15T08:16:37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s van Dam" userId="cbbfe1f2-c982-4950-8b62-7b9019e18432" providerId="ADAL" clId="{AD9C4EC2-9A59-4429-8A0A-85763AAC2ABA}"/>
    <pc:docChg chg="custSel addSld delSld modSld sldOrd">
      <pc:chgData name="Rens van Dam" userId="cbbfe1f2-c982-4950-8b62-7b9019e18432" providerId="ADAL" clId="{AD9C4EC2-9A59-4429-8A0A-85763AAC2ABA}" dt="2025-05-15T09:42:53.852" v="574" actId="1076"/>
      <pc:docMkLst>
        <pc:docMk/>
      </pc:docMkLst>
      <pc:sldChg chg="modSp mod">
        <pc:chgData name="Rens van Dam" userId="cbbfe1f2-c982-4950-8b62-7b9019e18432" providerId="ADAL" clId="{AD9C4EC2-9A59-4429-8A0A-85763AAC2ABA}" dt="2025-05-15T07:50:13.377" v="6" actId="20577"/>
        <pc:sldMkLst>
          <pc:docMk/>
          <pc:sldMk cId="2148165615" sldId="256"/>
        </pc:sldMkLst>
        <pc:spChg chg="mod">
          <ac:chgData name="Rens van Dam" userId="cbbfe1f2-c982-4950-8b62-7b9019e18432" providerId="ADAL" clId="{AD9C4EC2-9A59-4429-8A0A-85763AAC2ABA}" dt="2025-05-15T07:50:13.377" v="6" actId="20577"/>
          <ac:spMkLst>
            <pc:docMk/>
            <pc:sldMk cId="2148165615" sldId="256"/>
            <ac:spMk id="2" creationId="{21E54A16-2ABA-E49F-64BF-959FE1C02E88}"/>
          </ac:spMkLst>
        </pc:spChg>
      </pc:sldChg>
      <pc:sldChg chg="mod modShow">
        <pc:chgData name="Rens van Dam" userId="cbbfe1f2-c982-4950-8b62-7b9019e18432" providerId="ADAL" clId="{AD9C4EC2-9A59-4429-8A0A-85763AAC2ABA}" dt="2025-05-15T08:09:31.654" v="136" actId="729"/>
        <pc:sldMkLst>
          <pc:docMk/>
          <pc:sldMk cId="2039198868" sldId="262"/>
        </pc:sldMkLst>
      </pc:sldChg>
      <pc:sldChg chg="mod modShow">
        <pc:chgData name="Rens van Dam" userId="cbbfe1f2-c982-4950-8b62-7b9019e18432" providerId="ADAL" clId="{AD9C4EC2-9A59-4429-8A0A-85763AAC2ABA}" dt="2025-05-15T08:09:33.643" v="137" actId="729"/>
        <pc:sldMkLst>
          <pc:docMk/>
          <pc:sldMk cId="3881269347" sldId="263"/>
        </pc:sldMkLst>
      </pc:sldChg>
      <pc:sldChg chg="del mod modShow">
        <pc:chgData name="Rens van Dam" userId="cbbfe1f2-c982-4950-8b62-7b9019e18432" providerId="ADAL" clId="{AD9C4EC2-9A59-4429-8A0A-85763AAC2ABA}" dt="2025-05-15T08:12:40.113" v="462" actId="47"/>
        <pc:sldMkLst>
          <pc:docMk/>
          <pc:sldMk cId="3014656648" sldId="265"/>
        </pc:sldMkLst>
      </pc:sldChg>
      <pc:sldChg chg="del mod modShow">
        <pc:chgData name="Rens van Dam" userId="cbbfe1f2-c982-4950-8b62-7b9019e18432" providerId="ADAL" clId="{AD9C4EC2-9A59-4429-8A0A-85763AAC2ABA}" dt="2025-05-15T09:42:43.337" v="571" actId="47"/>
        <pc:sldMkLst>
          <pc:docMk/>
          <pc:sldMk cId="1760387558" sldId="266"/>
        </pc:sldMkLst>
      </pc:sldChg>
      <pc:sldChg chg="del mod modShow">
        <pc:chgData name="Rens van Dam" userId="cbbfe1f2-c982-4950-8b62-7b9019e18432" providerId="ADAL" clId="{AD9C4EC2-9A59-4429-8A0A-85763AAC2ABA}" dt="2025-05-15T09:42:49.243" v="572" actId="47"/>
        <pc:sldMkLst>
          <pc:docMk/>
          <pc:sldMk cId="2383847762" sldId="267"/>
        </pc:sldMkLst>
      </pc:sldChg>
      <pc:sldChg chg="addSp modSp mod modShow">
        <pc:chgData name="Rens van Dam" userId="cbbfe1f2-c982-4950-8b62-7b9019e18432" providerId="ADAL" clId="{AD9C4EC2-9A59-4429-8A0A-85763AAC2ABA}" dt="2025-05-15T09:42:53.852" v="574" actId="1076"/>
        <pc:sldMkLst>
          <pc:docMk/>
          <pc:sldMk cId="167274516" sldId="268"/>
        </pc:sldMkLst>
        <pc:picChg chg="add mod">
          <ac:chgData name="Rens van Dam" userId="cbbfe1f2-c982-4950-8b62-7b9019e18432" providerId="ADAL" clId="{AD9C4EC2-9A59-4429-8A0A-85763AAC2ABA}" dt="2025-05-15T09:42:53.852" v="574" actId="1076"/>
          <ac:picMkLst>
            <pc:docMk/>
            <pc:sldMk cId="167274516" sldId="268"/>
            <ac:picMk id="5" creationId="{A6291CCC-E190-27C0-5E11-9A992BCFD1D2}"/>
          </ac:picMkLst>
        </pc:picChg>
      </pc:sldChg>
      <pc:sldChg chg="new del">
        <pc:chgData name="Rens van Dam" userId="cbbfe1f2-c982-4950-8b62-7b9019e18432" providerId="ADAL" clId="{AD9C4EC2-9A59-4429-8A0A-85763AAC2ABA}" dt="2025-05-15T08:02:47.081" v="59" actId="47"/>
        <pc:sldMkLst>
          <pc:docMk/>
          <pc:sldMk cId="2079934859" sldId="273"/>
        </pc:sldMkLst>
      </pc:sldChg>
      <pc:sldChg chg="addSp delSp modSp new mod ord modNotesTx">
        <pc:chgData name="Rens van Dam" userId="cbbfe1f2-c982-4950-8b62-7b9019e18432" providerId="ADAL" clId="{AD9C4EC2-9A59-4429-8A0A-85763AAC2ABA}" dt="2025-05-15T08:11:45.634" v="461" actId="20577"/>
        <pc:sldMkLst>
          <pc:docMk/>
          <pc:sldMk cId="3306703718" sldId="274"/>
        </pc:sldMkLst>
        <pc:spChg chg="mod">
          <ac:chgData name="Rens van Dam" userId="cbbfe1f2-c982-4950-8b62-7b9019e18432" providerId="ADAL" clId="{AD9C4EC2-9A59-4429-8A0A-85763AAC2ABA}" dt="2025-05-15T08:02:19.280" v="54" actId="20577"/>
          <ac:spMkLst>
            <pc:docMk/>
            <pc:sldMk cId="3306703718" sldId="274"/>
            <ac:spMk id="2" creationId="{8B0D18AB-4AA5-AB8C-5DAF-6C41323969E7}"/>
          </ac:spMkLst>
        </pc:spChg>
        <pc:spChg chg="add mod">
          <ac:chgData name="Rens van Dam" userId="cbbfe1f2-c982-4950-8b62-7b9019e18432" providerId="ADAL" clId="{AD9C4EC2-9A59-4429-8A0A-85763AAC2ABA}" dt="2025-05-15T08:08:25.514" v="126" actId="14100"/>
          <ac:spMkLst>
            <pc:docMk/>
            <pc:sldMk cId="3306703718" sldId="274"/>
            <ac:spMk id="16" creationId="{2F4CD50D-37DA-5D1E-B432-2841234ACFAC}"/>
          </ac:spMkLst>
        </pc:spChg>
        <pc:spChg chg="add del mod">
          <ac:chgData name="Rens van Dam" userId="cbbfe1f2-c982-4950-8b62-7b9019e18432" providerId="ADAL" clId="{AD9C4EC2-9A59-4429-8A0A-85763AAC2ABA}" dt="2025-05-15T08:08:13.934" v="122" actId="478"/>
          <ac:spMkLst>
            <pc:docMk/>
            <pc:sldMk cId="3306703718" sldId="274"/>
            <ac:spMk id="17" creationId="{ED5C0288-2AB4-0A89-75AB-6D593D753909}"/>
          </ac:spMkLst>
        </pc:spChg>
        <pc:spChg chg="add mod">
          <ac:chgData name="Rens van Dam" userId="cbbfe1f2-c982-4950-8b62-7b9019e18432" providerId="ADAL" clId="{AD9C4EC2-9A59-4429-8A0A-85763AAC2ABA}" dt="2025-05-15T08:09:12.375" v="135" actId="1076"/>
          <ac:spMkLst>
            <pc:docMk/>
            <pc:sldMk cId="3306703718" sldId="274"/>
            <ac:spMk id="19" creationId="{67820ABC-6630-1B49-FAFE-E80D284B22A6}"/>
          </ac:spMkLst>
        </pc:spChg>
        <pc:grpChg chg="add mod">
          <ac:chgData name="Rens van Dam" userId="cbbfe1f2-c982-4950-8b62-7b9019e18432" providerId="ADAL" clId="{AD9C4EC2-9A59-4429-8A0A-85763AAC2ABA}" dt="2025-05-15T08:09:03.528" v="132" actId="1076"/>
          <ac:grpSpMkLst>
            <pc:docMk/>
            <pc:sldMk cId="3306703718" sldId="274"/>
            <ac:grpSpMk id="18" creationId="{86EDDE3F-D5C5-3F76-2276-75E20E98CD77}"/>
          </ac:grpSpMkLst>
        </pc:grpChg>
        <pc:picChg chg="add mod">
          <ac:chgData name="Rens van Dam" userId="cbbfe1f2-c982-4950-8b62-7b9019e18432" providerId="ADAL" clId="{AD9C4EC2-9A59-4429-8A0A-85763AAC2ABA}" dt="2025-05-15T08:02:38.356" v="56" actId="1076"/>
          <ac:picMkLst>
            <pc:docMk/>
            <pc:sldMk cId="3306703718" sldId="274"/>
            <ac:picMk id="5" creationId="{8CE2328A-7316-88A9-030F-DDB223EDE8CA}"/>
          </ac:picMkLst>
        </pc:picChg>
        <pc:picChg chg="add del mod">
          <ac:chgData name="Rens van Dam" userId="cbbfe1f2-c982-4950-8b62-7b9019e18432" providerId="ADAL" clId="{AD9C4EC2-9A59-4429-8A0A-85763AAC2ABA}" dt="2025-05-15T08:05:51.371" v="75" actId="478"/>
          <ac:picMkLst>
            <pc:docMk/>
            <pc:sldMk cId="3306703718" sldId="274"/>
            <ac:picMk id="6" creationId="{7727DA58-2D96-49B2-2C72-21970E8389DA}"/>
          </ac:picMkLst>
        </pc:picChg>
        <pc:picChg chg="add mod ord">
          <ac:chgData name="Rens van Dam" userId="cbbfe1f2-c982-4950-8b62-7b9019e18432" providerId="ADAL" clId="{AD9C4EC2-9A59-4429-8A0A-85763AAC2ABA}" dt="2025-05-15T08:08:08.105" v="120" actId="164"/>
          <ac:picMkLst>
            <pc:docMk/>
            <pc:sldMk cId="3306703718" sldId="274"/>
            <ac:picMk id="8" creationId="{E3F8FBD1-537F-7837-F783-2D8191978286}"/>
          </ac:picMkLst>
        </pc:picChg>
        <pc:picChg chg="add mod ord">
          <ac:chgData name="Rens van Dam" userId="cbbfe1f2-c982-4950-8b62-7b9019e18432" providerId="ADAL" clId="{AD9C4EC2-9A59-4429-8A0A-85763AAC2ABA}" dt="2025-05-15T08:08:08.105" v="120" actId="164"/>
          <ac:picMkLst>
            <pc:docMk/>
            <pc:sldMk cId="3306703718" sldId="274"/>
            <ac:picMk id="10" creationId="{DB0AC477-BFC4-7C1F-AD60-537E585BB76B}"/>
          </ac:picMkLst>
        </pc:picChg>
        <pc:picChg chg="add mod">
          <ac:chgData name="Rens van Dam" userId="cbbfe1f2-c982-4950-8b62-7b9019e18432" providerId="ADAL" clId="{AD9C4EC2-9A59-4429-8A0A-85763AAC2ABA}" dt="2025-05-15T08:08:31.326" v="129" actId="1076"/>
          <ac:picMkLst>
            <pc:docMk/>
            <pc:sldMk cId="3306703718" sldId="274"/>
            <ac:picMk id="12" creationId="{9D0F208C-736C-BF57-E766-6F1588B9037A}"/>
          </ac:picMkLst>
        </pc:picChg>
        <pc:picChg chg="add mod">
          <ac:chgData name="Rens van Dam" userId="cbbfe1f2-c982-4950-8b62-7b9019e18432" providerId="ADAL" clId="{AD9C4EC2-9A59-4429-8A0A-85763AAC2ABA}" dt="2025-05-15T08:08:08.105" v="120" actId="164"/>
          <ac:picMkLst>
            <pc:docMk/>
            <pc:sldMk cId="3306703718" sldId="274"/>
            <ac:picMk id="14" creationId="{6F48A661-4F80-52C5-96F3-898E2B2822A0}"/>
          </ac:picMkLst>
        </pc:picChg>
        <pc:picChg chg="add mod">
          <ac:chgData name="Rens van Dam" userId="cbbfe1f2-c982-4950-8b62-7b9019e18432" providerId="ADAL" clId="{AD9C4EC2-9A59-4429-8A0A-85763AAC2ABA}" dt="2025-05-15T08:08:54.663" v="131" actId="1076"/>
          <ac:picMkLst>
            <pc:docMk/>
            <pc:sldMk cId="3306703718" sldId="274"/>
            <ac:picMk id="15" creationId="{B18A78D9-2F20-7953-AC5B-4F3CB0C9D49F}"/>
          </ac:picMkLst>
        </pc:picChg>
      </pc:sldChg>
      <pc:sldChg chg="addSp delSp modSp new mod">
        <pc:chgData name="Rens van Dam" userId="cbbfe1f2-c982-4950-8b62-7b9019e18432" providerId="ADAL" clId="{AD9C4EC2-9A59-4429-8A0A-85763AAC2ABA}" dt="2025-05-15T08:17:23.227" v="570" actId="20577"/>
        <pc:sldMkLst>
          <pc:docMk/>
          <pc:sldMk cId="82418494" sldId="275"/>
        </pc:sldMkLst>
        <pc:spChg chg="mod">
          <ac:chgData name="Rens van Dam" userId="cbbfe1f2-c982-4950-8b62-7b9019e18432" providerId="ADAL" clId="{AD9C4EC2-9A59-4429-8A0A-85763AAC2ABA}" dt="2025-05-15T08:17:23.227" v="570" actId="20577"/>
          <ac:spMkLst>
            <pc:docMk/>
            <pc:sldMk cId="82418494" sldId="275"/>
            <ac:spMk id="2" creationId="{5994A475-C3CB-8F5B-C0F6-178500A362EA}"/>
          </ac:spMkLst>
        </pc:spChg>
        <pc:spChg chg="del">
          <ac:chgData name="Rens van Dam" userId="cbbfe1f2-c982-4950-8b62-7b9019e18432" providerId="ADAL" clId="{AD9C4EC2-9A59-4429-8A0A-85763AAC2ABA}" dt="2025-05-15T08:15:07.385" v="485" actId="22"/>
          <ac:spMkLst>
            <pc:docMk/>
            <pc:sldMk cId="82418494" sldId="275"/>
            <ac:spMk id="3" creationId="{CDBC4694-D435-76BB-7B59-9E32EC1C314B}"/>
          </ac:spMkLst>
        </pc:spChg>
        <pc:spChg chg="add mod">
          <ac:chgData name="Rens van Dam" userId="cbbfe1f2-c982-4950-8b62-7b9019e18432" providerId="ADAL" clId="{AD9C4EC2-9A59-4429-8A0A-85763AAC2ABA}" dt="2025-05-15T08:16:31.330" v="551" actId="478"/>
          <ac:spMkLst>
            <pc:docMk/>
            <pc:sldMk cId="82418494" sldId="275"/>
            <ac:spMk id="15" creationId="{A06570BA-4B84-37D9-B6C7-D37E7ACEB985}"/>
          </ac:spMkLst>
        </pc:spChg>
        <pc:picChg chg="add mod">
          <ac:chgData name="Rens van Dam" userId="cbbfe1f2-c982-4950-8b62-7b9019e18432" providerId="ADAL" clId="{AD9C4EC2-9A59-4429-8A0A-85763AAC2ABA}" dt="2025-05-15T08:17:18.588" v="561" actId="1076"/>
          <ac:picMkLst>
            <pc:docMk/>
            <pc:sldMk cId="82418494" sldId="275"/>
            <ac:picMk id="5" creationId="{902391EE-B708-CCC9-66C3-0737475DF7BA}"/>
          </ac:picMkLst>
        </pc:picChg>
        <pc:picChg chg="add del mod">
          <ac:chgData name="Rens van Dam" userId="cbbfe1f2-c982-4950-8b62-7b9019e18432" providerId="ADAL" clId="{AD9C4EC2-9A59-4429-8A0A-85763AAC2ABA}" dt="2025-05-15T08:14:39.879" v="481" actId="478"/>
          <ac:picMkLst>
            <pc:docMk/>
            <pc:sldMk cId="82418494" sldId="275"/>
            <ac:picMk id="7" creationId="{EEC11B02-0F36-AEE5-73C6-7338217302A2}"/>
          </ac:picMkLst>
        </pc:picChg>
        <pc:picChg chg="add del mod">
          <ac:chgData name="Rens van Dam" userId="cbbfe1f2-c982-4950-8b62-7b9019e18432" providerId="ADAL" clId="{AD9C4EC2-9A59-4429-8A0A-85763AAC2ABA}" dt="2025-05-15T08:15:10.169" v="487" actId="478"/>
          <ac:picMkLst>
            <pc:docMk/>
            <pc:sldMk cId="82418494" sldId="275"/>
            <ac:picMk id="9" creationId="{FE98CCF1-5D9E-7B0E-2A6D-4F83B3E022D9}"/>
          </ac:picMkLst>
        </pc:picChg>
        <pc:picChg chg="add del mod ord">
          <ac:chgData name="Rens van Dam" userId="cbbfe1f2-c982-4950-8b62-7b9019e18432" providerId="ADAL" clId="{AD9C4EC2-9A59-4429-8A0A-85763AAC2ABA}" dt="2025-05-15T08:16:31.330" v="551" actId="478"/>
          <ac:picMkLst>
            <pc:docMk/>
            <pc:sldMk cId="82418494" sldId="275"/>
            <ac:picMk id="11" creationId="{0209033A-F65D-0429-28C8-35383C2B76A9}"/>
          </ac:picMkLst>
        </pc:picChg>
        <pc:picChg chg="add del mod">
          <ac:chgData name="Rens van Dam" userId="cbbfe1f2-c982-4950-8b62-7b9019e18432" providerId="ADAL" clId="{AD9C4EC2-9A59-4429-8A0A-85763AAC2ABA}" dt="2025-05-15T08:17:14.873" v="560" actId="478"/>
          <ac:picMkLst>
            <pc:docMk/>
            <pc:sldMk cId="82418494" sldId="275"/>
            <ac:picMk id="13" creationId="{5ABA5C34-2B95-FF8F-A137-4AC2F5A1F7DB}"/>
          </ac:picMkLst>
        </pc:picChg>
      </pc:sldChg>
      <pc:sldChg chg="addSp modSp new mod">
        <pc:chgData name="Rens van Dam" userId="cbbfe1f2-c982-4950-8b62-7b9019e18432" providerId="ADAL" clId="{AD9C4EC2-9A59-4429-8A0A-85763AAC2ABA}" dt="2025-05-15T08:16:46.083" v="557" actId="1076"/>
        <pc:sldMkLst>
          <pc:docMk/>
          <pc:sldMk cId="286518082" sldId="276"/>
        </pc:sldMkLst>
        <pc:spChg chg="mod">
          <ac:chgData name="Rens van Dam" userId="cbbfe1f2-c982-4950-8b62-7b9019e18432" providerId="ADAL" clId="{AD9C4EC2-9A59-4429-8A0A-85763AAC2ABA}" dt="2025-05-15T08:16:11.946" v="527" actId="20577"/>
          <ac:spMkLst>
            <pc:docMk/>
            <pc:sldMk cId="286518082" sldId="276"/>
            <ac:spMk id="2" creationId="{75A17D99-E875-D178-AF7D-A31A90973B8E}"/>
          </ac:spMkLst>
        </pc:spChg>
        <pc:picChg chg="add mod">
          <ac:chgData name="Rens van Dam" userId="cbbfe1f2-c982-4950-8b62-7b9019e18432" providerId="ADAL" clId="{AD9C4EC2-9A59-4429-8A0A-85763AAC2ABA}" dt="2025-05-15T08:16:46.083" v="557" actId="1076"/>
          <ac:picMkLst>
            <pc:docMk/>
            <pc:sldMk cId="286518082" sldId="276"/>
            <ac:picMk id="4" creationId="{3729A8CA-4AAA-1FFD-87D3-CF077C8BB8CF}"/>
          </ac:picMkLst>
        </pc:picChg>
      </pc:sldChg>
      <pc:sldChg chg="addSp modSp new mod">
        <pc:chgData name="Rens van Dam" userId="cbbfe1f2-c982-4950-8b62-7b9019e18432" providerId="ADAL" clId="{AD9C4EC2-9A59-4429-8A0A-85763AAC2ABA}" dt="2025-05-15T08:16:49.521" v="559" actId="1076"/>
        <pc:sldMkLst>
          <pc:docMk/>
          <pc:sldMk cId="848926857" sldId="277"/>
        </pc:sldMkLst>
        <pc:spChg chg="mod">
          <ac:chgData name="Rens van Dam" userId="cbbfe1f2-c982-4950-8b62-7b9019e18432" providerId="ADAL" clId="{AD9C4EC2-9A59-4429-8A0A-85763AAC2ABA}" dt="2025-05-15T08:16:28.472" v="550" actId="20577"/>
          <ac:spMkLst>
            <pc:docMk/>
            <pc:sldMk cId="848926857" sldId="277"/>
            <ac:spMk id="2" creationId="{02A7284B-6151-D62C-A739-842F376E7554}"/>
          </ac:spMkLst>
        </pc:spChg>
        <pc:picChg chg="add mod">
          <ac:chgData name="Rens van Dam" userId="cbbfe1f2-c982-4950-8b62-7b9019e18432" providerId="ADAL" clId="{AD9C4EC2-9A59-4429-8A0A-85763AAC2ABA}" dt="2025-05-15T08:16:49.521" v="559" actId="1076"/>
          <ac:picMkLst>
            <pc:docMk/>
            <pc:sldMk cId="848926857" sldId="277"/>
            <ac:picMk id="4" creationId="{525418E5-08DA-3CFD-0DAC-8489CB29399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B777A-926E-4BE0-A94A-A877395A510B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61A43-3E0B-4A92-A3C2-AE98D8CB14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43082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nl-NL" dirty="0"/>
              <a:t>Determines ROI using filtering.</a:t>
            </a:r>
          </a:p>
          <a:p>
            <a:pPr marL="228600" indent="-228600">
              <a:buAutoNum type="arabicPeriod"/>
            </a:pPr>
            <a:r>
              <a:rPr lang="nl-NL" dirty="0"/>
              <a:t>Estimate emitter count per ROI by taking maximum over the ROI.</a:t>
            </a:r>
          </a:p>
          <a:p>
            <a:pPr marL="228600" indent="-228600">
              <a:buAutoNum type="arabicPeriod"/>
            </a:pPr>
            <a:r>
              <a:rPr lang="nl-NL" dirty="0"/>
              <a:t>Use centroids of ROI as initial positions with then umber of emitters being equal to the count found in (2). Then optimizing with RSS, optimizing with a small change in the emitters/ROI and comparing.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61A43-3E0B-4A92-A3C2-AE98D8CB149E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73160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954F-5A41-9A95-39A1-63CDE58B4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2E2E0-E0A6-3203-2D0F-F7253B4DE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245C2-5F2D-10D5-7DE8-9B67E3B8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2823-6A0E-4605-B3CC-046C31EE6E74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2533D-9EA2-52B8-F351-3ADA2C43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7E5F6-9219-0148-EA89-3E222414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4ED1-AD36-4FBD-B86E-AA7681A18B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1745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B260-1CBB-D5B5-83F8-2898BE18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F20BB-E0CD-E873-7B24-F0A2C5EE7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FB023-E107-CD2F-896C-D8E6F979F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2823-6A0E-4605-B3CC-046C31EE6E74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38E30-D358-4AAE-6D59-73FE4EC5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85A66-85CD-2862-E2B9-3E36C252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4ED1-AD36-4FBD-B86E-AA7681A18B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18221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29DB-A0FB-A496-2FC6-99986CE13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4AAFB-043B-1AA2-DFFE-3189212BA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D4104-1C2E-EE6C-82F4-C33E6D835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2823-6A0E-4605-B3CC-046C31EE6E74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048BA-3BAE-28C2-B52A-4FF7D1C01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FA7CB-6243-9555-75FC-F9E6471C3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4ED1-AD36-4FBD-B86E-AA7681A18B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58665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3812F-7489-5D46-E56D-E12FBEBD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B9A7F-9DCB-CC2A-CA4E-DBCA1868E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64362-1461-1DCE-7CC5-F049593BE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64B3C-F958-4952-B1CA-436C56B7A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2823-6A0E-4605-B3CC-046C31EE6E74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74366-5385-DD2B-2855-AC71F8B7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E1292-A3AA-3667-167D-78CF1332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4ED1-AD36-4FBD-B86E-AA7681A18B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8876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BA61A-0D41-5BD6-9C77-785D8F42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211BA-3DB8-6CCB-558A-2D5D613B9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A01E7-867A-F863-9146-3DA7AD598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044FD-D1DE-9D6E-C1B5-FD38D56D7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4318C0-DD01-4FDD-5640-B0ABB38B7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542DB8-2598-2B64-B834-2F5E3555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2823-6A0E-4605-B3CC-046C31EE6E74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0A101F-BB01-9E3B-1BF2-A0885F01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F9A735-E117-4696-D6C3-B96805A20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4ED1-AD36-4FBD-B86E-AA7681A18B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733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330-8627-84C3-D842-B3022FB2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2CD09-40B9-7068-61DB-E4E8E54D0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2823-6A0E-4605-B3CC-046C31EE6E74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CF869-BBDF-0A05-0719-CADC194EE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9CD15-04C4-05AA-091A-A9909DED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4ED1-AD36-4FBD-B86E-AA7681A18B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79395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D2C52-C84A-757F-B38C-217A9C79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2823-6A0E-4605-B3CC-046C31EE6E74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E67D3D-DD55-513D-6FE2-08575886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272BC-B99B-9C40-54ED-FB9196D4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4ED1-AD36-4FBD-B86E-AA7681A18B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713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F6CFA-B454-3B18-0EE6-A8CDC56A9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1DF94-1E89-3F34-FC5E-A2FB86338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1468F-D4B5-6117-F8AC-E7FB33F45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BC014-1151-96DC-2FBE-3D99D9E8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2823-6A0E-4605-B3CC-046C31EE6E74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C7DF8-CC60-9F4C-C5C9-3A231A687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A4206-E66A-9741-9B13-E698F94B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4ED1-AD36-4FBD-B86E-AA7681A18B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56951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7378F-155C-E5E8-F49E-D8E9039E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8153E-1BD6-FB59-E030-B778283E3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3B9FB-B1CC-C7FB-2C69-E2C23F25B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6502D-AFCF-4CAB-B564-8FC8052B6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2823-6A0E-4605-B3CC-046C31EE6E74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584C7-7BAE-4C87-1700-7A030D3C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98EC0-B464-799E-BCFE-DCF17BC0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4ED1-AD36-4FBD-B86E-AA7681A18B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22170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FC1F0-FCB8-A2D7-F7BA-E7D3EC15B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BA7DE-4749-77B0-DA1B-4A1DE08D6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961A2-0096-F005-7E49-3D553B64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2823-6A0E-4605-B3CC-046C31EE6E74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710CE-8ECD-55C7-7FDD-1FC762E14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FD6C5-29A8-2FCB-EB6C-06E19B66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4ED1-AD36-4FBD-B86E-AA7681A18B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8448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0D1A3A-9016-3FAF-70C1-4CB820298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D133A-293A-9A31-8BB8-15888E2D8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2C846-9618-5134-F006-9826884D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2823-6A0E-4605-B3CC-046C31EE6E74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0AFEE-A6AB-E1E0-4BDE-9FC7302B7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9D351-34D3-5A65-69D1-6C8DF0F7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4ED1-AD36-4FBD-B86E-AA7681A18B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07209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D303A-610E-99A3-11F7-1CBE3705A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6D1F5-6C52-FB16-A6CE-905EC7822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BF7AD-5F17-8298-C9BD-7E2592942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42823-6A0E-4605-B3CC-046C31EE6E74}" type="datetimeFigureOut">
              <a:rPr lang="en-NL" smtClean="0"/>
              <a:t>15/05/2025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501A6-ECC4-4EE5-7DCE-2D8BB681E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3E7EF-95F6-EF5B-5114-FF7B579A4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04ED1-AD36-4FBD-B86E-AA7681A18B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532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4A16-2ABA-E49F-64BF-959FE1C02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15-5-25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CA874-E474-339E-4D8B-5972B2CF98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8165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D26D-548D-E958-5746-5BB44ADF4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Uniform filter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88ECC-16EB-FE4E-D68A-FF9740FC0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FC82A-9A1D-1496-7125-D0559CF16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51" y="1690688"/>
            <a:ext cx="11121029" cy="462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2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18AB-4AA5-AB8C-5DAF-6C4132396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Localization workflow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7974D-04F3-FD24-FF7F-DAC125E81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2328A-7316-88A9-030F-DDB223EDE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" y="1591522"/>
            <a:ext cx="11725275" cy="29531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0F208C-736C-BF57-E766-6F1588B90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331" y="5235584"/>
            <a:ext cx="1461905" cy="144503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6EDDE3F-D5C5-3F76-2276-75E20E98CD77}"/>
              </a:ext>
            </a:extLst>
          </p:cNvPr>
          <p:cNvGrpSpPr/>
          <p:nvPr/>
        </p:nvGrpSpPr>
        <p:grpSpPr>
          <a:xfrm>
            <a:off x="1294939" y="4928516"/>
            <a:ext cx="1948901" cy="1848496"/>
            <a:chOff x="139235" y="4861655"/>
            <a:chExt cx="1948901" cy="184849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F48A661-4F80-52C5-96F3-898E2B282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9235" y="5557403"/>
              <a:ext cx="1152748" cy="115274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B0AC477-BFC4-7C1F-AD60-537E585BB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3479" y="5266478"/>
              <a:ext cx="1100571" cy="111652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3F8FBD1-537F-7837-F783-2D8191978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7565" y="4861655"/>
              <a:ext cx="1100571" cy="110057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18A78D9-2F20-7953-AC5B-4F3CB0C9D4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6" y="4611523"/>
            <a:ext cx="3611562" cy="216548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2F4CD50D-37DA-5D1E-B432-2841234ACFAC}"/>
              </a:ext>
            </a:extLst>
          </p:cNvPr>
          <p:cNvSpPr/>
          <p:nvPr/>
        </p:nvSpPr>
        <p:spPr>
          <a:xfrm rot="2943248">
            <a:off x="2292895" y="4442170"/>
            <a:ext cx="1881064" cy="100284"/>
          </a:xfrm>
          <a:prstGeom prst="rightArrow">
            <a:avLst>
              <a:gd name="adj1" fmla="val 50000"/>
              <a:gd name="adj2" fmla="val 72314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7820ABC-6630-1B49-FAFE-E80D284B22A6}"/>
              </a:ext>
            </a:extLst>
          </p:cNvPr>
          <p:cNvSpPr/>
          <p:nvPr/>
        </p:nvSpPr>
        <p:spPr>
          <a:xfrm rot="2943248">
            <a:off x="658080" y="4720976"/>
            <a:ext cx="1244013" cy="90706"/>
          </a:xfrm>
          <a:prstGeom prst="rightArrow">
            <a:avLst>
              <a:gd name="adj1" fmla="val 50000"/>
              <a:gd name="adj2" fmla="val 72314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06703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07D83-2549-734E-1978-ADCF5DFE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F9B1B-AA66-E0F4-A932-567FBBA26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07A88C-23B0-8C1F-150D-46864D1AD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2161349"/>
            <a:ext cx="10938933" cy="367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98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0B50-B624-CD4C-EB56-5803146B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2A6D1-2275-4696-74FE-DBC473548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0BA23-F298-E453-84DB-4A638F924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67" y="543649"/>
            <a:ext cx="10163822" cy="609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6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ED5E-00A6-4E41-1C9B-CBCB372F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Algorithm	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0975E-9AF5-C415-7F15-EF7C50F50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Test: 5 emitters / um^2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1066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4A475-C3CB-8F5B-C0F6-178500A36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Example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391EE-B708-CCC9-66C3-0737475DF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4" y="2314638"/>
            <a:ext cx="11155680" cy="2639733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06570BA-4B84-37D9-B6C7-D37E7ACEB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241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7D99-E875-D178-AF7D-A31A90973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Without varying n/ROI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5260A-2F4A-ED38-B77F-90F67E3B8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3729A8CA-4AAA-1FFD-87D3-CF077C8BB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1520912"/>
            <a:ext cx="8537573" cy="511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8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284B-6151-D62C-A739-842F376E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With varying n/ROI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67750-D6FC-328A-EF1E-1D7C6E28C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418E5-08DA-3CFD-0DAC-8489CB293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44" y="1378292"/>
            <a:ext cx="8837312" cy="524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26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A3A4-B467-BEFC-0BE4-1881E5F4B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78BBE-333E-1349-63F2-008F36B6C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291CCC-E190-27C0-5E11-9A992BCF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233" y="164592"/>
            <a:ext cx="2735448" cy="807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4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C333-8AC3-9527-B1A4-395ED965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Larger field of view?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2C936-991E-64CE-E435-D2223712A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CEDED-6FEA-3D34-1AD5-BFFEC43D7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45" y="2466975"/>
            <a:ext cx="4902477" cy="3935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A8F3CB-0354-361E-4BE3-DCD5F4079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440" y="2390775"/>
            <a:ext cx="4779360" cy="41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68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0EE0-821F-2DA0-2545-8AE7D4F2A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668125" cy="1325563"/>
          </a:xfrm>
        </p:spPr>
        <p:txBody>
          <a:bodyPr>
            <a:normAutofit/>
          </a:bodyPr>
          <a:lstStyle/>
          <a:p>
            <a:r>
              <a:rPr lang="nl-NL" sz="4000" dirty="0"/>
              <a:t>Problem: too large ROI =&gt; underestimation of n</a:t>
            </a:r>
            <a:endParaRPr lang="en-N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D31C2-DF58-A9D6-1B73-1A4F41FB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54778-C31C-ADBD-B1B3-6184F5C1F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4125750"/>
            <a:ext cx="3170130" cy="2732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4C46CE-00CB-BDE7-3281-F5F872DBE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002" y="2409823"/>
            <a:ext cx="7485082" cy="4448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46D37D-7295-B3E4-BFF9-8D4E7E0401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63" t="2624" b="4558"/>
          <a:stretch/>
        </p:blipFill>
        <p:spPr>
          <a:xfrm rot="16200000">
            <a:off x="1534051" y="1723614"/>
            <a:ext cx="2309813" cy="23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88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05AD-A4A4-D62F-C623-B080F7BD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Todo	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4484A-8DCF-23B1-ED25-1C7FE9496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nl-NL" dirty="0"/>
              <a:t>Add noise to test images</a:t>
            </a:r>
          </a:p>
          <a:p>
            <a:pPr marL="514350" indent="-514350">
              <a:buAutoNum type="arabicPeriod"/>
            </a:pPr>
            <a:r>
              <a:rPr lang="nl-NL" dirty="0"/>
              <a:t>How to benchmark better?</a:t>
            </a:r>
          </a:p>
          <a:p>
            <a:pPr marL="514350" indent="-514350">
              <a:buAutoNum type="arabicPeriod"/>
            </a:pPr>
            <a:r>
              <a:rPr lang="nl-NL" dirty="0"/>
              <a:t>Make smaller ROI’s for large field of views? (more than 1x1 um)</a:t>
            </a:r>
          </a:p>
          <a:p>
            <a:pPr marL="514350" indent="-514350">
              <a:buAutoNum type="arabicPeriod"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66138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125</Words>
  <Application>Microsoft Office PowerPoint</Application>
  <PresentationFormat>Widescreen</PresentationFormat>
  <Paragraphs>18</Paragraphs>
  <Slides>13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15-5-25</vt:lpstr>
      <vt:lpstr>Uniform filter</vt:lpstr>
      <vt:lpstr>Localization workflow</vt:lpstr>
      <vt:lpstr>PowerPoint Presentation</vt:lpstr>
      <vt:lpstr>PowerPoint Presentation</vt:lpstr>
      <vt:lpstr>Algorithm </vt:lpstr>
      <vt:lpstr>Example</vt:lpstr>
      <vt:lpstr>Without varying n/ROI</vt:lpstr>
      <vt:lpstr>With varying n/ROI</vt:lpstr>
      <vt:lpstr>PowerPoint Presentation</vt:lpstr>
      <vt:lpstr>Larger field of view?</vt:lpstr>
      <vt:lpstr>Problem: too large ROI =&gt; underestimation of n</vt:lpstr>
      <vt:lpstr>Todo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Rens van Dam</dc:creator>
  <cp:lastModifiedBy>Rens van Dam</cp:lastModifiedBy>
  <cp:revision>1</cp:revision>
  <dcterms:created xsi:type="dcterms:W3CDTF">2025-05-15T07:35:59Z</dcterms:created>
  <dcterms:modified xsi:type="dcterms:W3CDTF">2025-05-15T09:43:03Z</dcterms:modified>
</cp:coreProperties>
</file>