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3" r:id="rId7"/>
    <p:sldId id="264" r:id="rId8"/>
    <p:sldId id="265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257" autoAdjust="0"/>
  </p:normalViewPr>
  <p:slideViewPr>
    <p:cSldViewPr snapToGrid="0">
      <p:cViewPr varScale="1">
        <p:scale>
          <a:sx n="97" d="100"/>
          <a:sy n="97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3F045F57-5591-4ADB-9914-0DF970A0C12C}"/>
    <pc:docChg chg="custSel addSld delSld modSld">
      <pc:chgData name="Rens van Dam" userId="cbbfe1f2-c982-4950-8b62-7b9019e18432" providerId="ADAL" clId="{3F045F57-5591-4ADB-9914-0DF970A0C12C}" dt="2025-06-03T14:30:44.681" v="207" actId="20577"/>
      <pc:docMkLst>
        <pc:docMk/>
      </pc:docMkLst>
      <pc:sldChg chg="addSp modSp new mod">
        <pc:chgData name="Rens van Dam" userId="cbbfe1f2-c982-4950-8b62-7b9019e18432" providerId="ADAL" clId="{3F045F57-5591-4ADB-9914-0DF970A0C12C}" dt="2025-06-03T13:13:02.838" v="36" actId="20577"/>
        <pc:sldMkLst>
          <pc:docMk/>
          <pc:sldMk cId="2361084848" sldId="266"/>
        </pc:sldMkLst>
        <pc:spChg chg="mod">
          <ac:chgData name="Rens van Dam" userId="cbbfe1f2-c982-4950-8b62-7b9019e18432" providerId="ADAL" clId="{3F045F57-5591-4ADB-9914-0DF970A0C12C}" dt="2025-06-03T13:13:02.838" v="36" actId="20577"/>
          <ac:spMkLst>
            <pc:docMk/>
            <pc:sldMk cId="2361084848" sldId="266"/>
            <ac:spMk id="2" creationId="{30839A2D-E722-DB3A-D1ED-78210196A12A}"/>
          </ac:spMkLst>
        </pc:spChg>
        <pc:picChg chg="add mod">
          <ac:chgData name="Rens van Dam" userId="cbbfe1f2-c982-4950-8b62-7b9019e18432" providerId="ADAL" clId="{3F045F57-5591-4ADB-9914-0DF970A0C12C}" dt="2025-06-03T13:12:57.463" v="4" actId="1076"/>
          <ac:picMkLst>
            <pc:docMk/>
            <pc:sldMk cId="2361084848" sldId="266"/>
            <ac:picMk id="5" creationId="{E3420E71-B738-B6F0-F5E0-5C0B7093900B}"/>
          </ac:picMkLst>
        </pc:picChg>
      </pc:sldChg>
      <pc:sldChg chg="del">
        <pc:chgData name="Rens van Dam" userId="cbbfe1f2-c982-4950-8b62-7b9019e18432" providerId="ADAL" clId="{3F045F57-5591-4ADB-9914-0DF970A0C12C}" dt="2025-06-03T13:12:35.327" v="0" actId="47"/>
        <pc:sldMkLst>
          <pc:docMk/>
          <pc:sldMk cId="4012282081" sldId="266"/>
        </pc:sldMkLst>
      </pc:sldChg>
      <pc:sldChg chg="addSp modSp new mod modNotesTx">
        <pc:chgData name="Rens van Dam" userId="cbbfe1f2-c982-4950-8b62-7b9019e18432" providerId="ADAL" clId="{3F045F57-5591-4ADB-9914-0DF970A0C12C}" dt="2025-06-03T14:30:44.681" v="207" actId="20577"/>
        <pc:sldMkLst>
          <pc:docMk/>
          <pc:sldMk cId="3968578093" sldId="267"/>
        </pc:sldMkLst>
        <pc:spChg chg="mod">
          <ac:chgData name="Rens van Dam" userId="cbbfe1f2-c982-4950-8b62-7b9019e18432" providerId="ADAL" clId="{3F045F57-5591-4ADB-9914-0DF970A0C12C}" dt="2025-06-03T14:30:25.256" v="140" actId="20577"/>
          <ac:spMkLst>
            <pc:docMk/>
            <pc:sldMk cId="3968578093" sldId="267"/>
            <ac:spMk id="2" creationId="{8918F699-8243-C2C9-3854-E983AF5972CF}"/>
          </ac:spMkLst>
        </pc:spChg>
        <pc:picChg chg="add mod">
          <ac:chgData name="Rens van Dam" userId="cbbfe1f2-c982-4950-8b62-7b9019e18432" providerId="ADAL" clId="{3F045F57-5591-4ADB-9914-0DF970A0C12C}" dt="2025-06-03T13:19:04.064" v="42" actId="1076"/>
          <ac:picMkLst>
            <pc:docMk/>
            <pc:sldMk cId="3968578093" sldId="267"/>
            <ac:picMk id="5" creationId="{0670D3B9-8A0D-FFA1-2DA7-0AEC1B1D9617}"/>
          </ac:picMkLst>
        </pc:picChg>
      </pc:sldChg>
      <pc:sldChg chg="addSp modSp new mod">
        <pc:chgData name="Rens van Dam" userId="cbbfe1f2-c982-4950-8b62-7b9019e18432" providerId="ADAL" clId="{3F045F57-5591-4ADB-9914-0DF970A0C12C}" dt="2025-06-03T14:30:13.064" v="117" actId="20577"/>
        <pc:sldMkLst>
          <pc:docMk/>
          <pc:sldMk cId="2175153680" sldId="268"/>
        </pc:sldMkLst>
        <pc:spChg chg="mod">
          <ac:chgData name="Rens van Dam" userId="cbbfe1f2-c982-4950-8b62-7b9019e18432" providerId="ADAL" clId="{3F045F57-5591-4ADB-9914-0DF970A0C12C}" dt="2025-06-03T14:30:13.064" v="117" actId="20577"/>
          <ac:spMkLst>
            <pc:docMk/>
            <pc:sldMk cId="2175153680" sldId="268"/>
            <ac:spMk id="2" creationId="{C2286EDB-8CA9-F3EF-5832-60D48095D29C}"/>
          </ac:spMkLst>
        </pc:spChg>
        <pc:picChg chg="add mod">
          <ac:chgData name="Rens van Dam" userId="cbbfe1f2-c982-4950-8b62-7b9019e18432" providerId="ADAL" clId="{3F045F57-5591-4ADB-9914-0DF970A0C12C}" dt="2025-06-03T14:30:03.212" v="68" actId="1076"/>
          <ac:picMkLst>
            <pc:docMk/>
            <pc:sldMk cId="2175153680" sldId="268"/>
            <ac:picMk id="5" creationId="{A2F5FD05-99B4-35E0-E556-697FDF56FF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10D70-B65E-4061-8965-7A0DB210D7E4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F041B-4490-4574-82B1-5DA7DA427EE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19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Number of dark counts per pixel is given by poisson distribution with expected value of darkcounts/pix * dwell time. With dwell time of 0.1ms, 100cps,  this corresponds to average 0.23 darkcounts for whole detector per dwell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F041B-4490-4574-82B1-5DA7DA427EED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564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10,50,100,200,300,500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F041B-4490-4574-82B1-5DA7DA427EED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7825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F041B-4490-4574-82B1-5DA7DA427EED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424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Since it always overestimates the amount, not underestimates.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F041B-4490-4574-82B1-5DA7DA427EED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009C-3521-2395-4B3F-4F1DE7CD2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78AC2-25B6-D345-E7FC-CC1728006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51B0-25A1-3BFC-2455-AFA84F70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76D06-852D-4D59-BC34-466DD9EF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A6229-678C-C184-BC5E-FA7ABB0D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167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FBE8-2047-0493-A8DB-DB188290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579EB-1C68-8314-F1BA-56520495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D239-6D7B-FD28-A9CF-925EC2A4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2C1D-818F-E415-39DA-19BCAC84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BF46-4BAB-034E-52A9-52146B83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972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263F-4338-53EA-582B-1F6F6462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F42A6-7F4D-EB51-0D06-F0017153D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2B5EF-F3D2-07E2-910E-A2CA004D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5C3D-9EEA-D5DC-36A2-949247A2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9037-2E5B-E689-656F-FC586506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3362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F584-0340-5603-ED6C-D54F7E10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FB07-8EFE-14A8-54B4-D8230EA01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42293-80F2-FB1D-E8B8-B0DE0D327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845A3-B234-CA0A-1CBC-B130547A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E67B3-45F9-6714-1E57-154C581B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6CDEF-608E-C59D-8435-45B949FD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921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1693-CF75-47D7-6545-7C46B55A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41A5D-2710-8FAD-F9F4-F2A27FCC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1F7CB-E136-6164-FD71-23E657CC1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8EE00-68E0-CCBD-71F6-C20E264A2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BDC59-36E7-6412-A610-799FE329B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DC973-6439-F417-1040-04FBCCFF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00AAE-5EC2-44D9-6FBB-1CD8F182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398B1-7289-4D34-9662-0459FA7B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684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400D-8F6C-D807-9FAB-F12C9260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31032-B50C-9C1C-3A83-2EB6916B7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B66DB-BA40-6D66-B75A-F2533AA6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FF9C3-8A3E-7AA3-C4B7-BA461457F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317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C3D47-5D9E-D29B-8EDF-85CB8642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AEA1C-DB22-F44C-343C-2FE92730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083DB-5E00-7791-0773-6AE1B1CF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305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DA79-F61E-1CB6-FDAD-60569D2BD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5957-FABB-EBA0-7961-A73E6852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EEE34-CBA4-2FFF-AAA1-D6083B5CE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2AFC3-8716-6631-B2B8-464AEF5A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52725-8073-3B21-DB34-D78BE0AC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1C3EC-46B4-0992-86D1-E3031512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218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AA5A-D1C6-87FF-7140-0B731FC4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7E654-9931-98C7-B08B-D3C08A9A7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FF764-8B4A-2360-13C1-33C71D208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FC7DF-9F19-B229-60DF-E638522E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42AFD-4362-D7F8-C239-8A37CA3A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F5E3-23B7-3005-5E58-7371F2C5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506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107F-7A50-6B54-43DE-DC5F4024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F0D9B-3DCF-9011-19D5-B68CBB9A2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FCEF-5075-8592-F754-5EEB1FF7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2BFED-8F67-6244-469B-A760436A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9E311-FC15-79BE-6DCA-5117CD03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585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1E199-791C-8F68-2723-56790A8EE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0419-42AB-CD70-94FE-AA6E5B838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A2338-8879-27E0-1CC3-F809ECBF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7ED4-79E7-B971-3E55-E1044F70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ED191-0458-4001-45A1-948A9166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98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0FCC59-76BE-0F4F-A253-2401EAA7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9D403-1294-31D1-56A1-2FB895C2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83BB-FA36-6054-5D4A-886B94821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3D451-2FFD-4488-99FB-EA4AAEB86BC1}" type="datetimeFigureOut">
              <a:rPr lang="en-NL" smtClean="0"/>
              <a:t>02/06/2025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E561-AD9A-62E9-FC27-C8D16ED9A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0F27-29BC-3DBD-5C30-EE7313B09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F1785-B579-4A30-B3D2-5829BD3FE31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879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49B3-8F09-54AD-4A23-3534F2234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28/5/25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E9C58-2D65-F25D-3390-328859285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457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C386-E1A5-4003-9E34-FE21CE86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Darkcounts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FB07-E961-1375-1EAA-F2F88F36F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Specs: &lt;100 cps dark count rate. </a:t>
            </a:r>
          </a:p>
        </p:txBody>
      </p:sp>
    </p:spTree>
    <p:extLst>
      <p:ext uri="{BB962C8B-B14F-4D97-AF65-F5344CB8AC3E}">
        <p14:creationId xmlns:p14="http://schemas.microsoft.com/office/powerpoint/2010/main" val="144721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C20B-74CF-9BDA-09BA-E76B61C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7A2AA-7853-6F11-A9CB-86161253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	        0 cps					         1000 cps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3D0CD-9255-C90C-9CC3-FBD52CD7C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25900"/>
            <a:ext cx="5028196" cy="415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D9779-F91E-77B7-E2DF-04BCD59C3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150" y="2625900"/>
            <a:ext cx="5160650" cy="43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3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ADEC-3BB2-A43D-0DFB-6D34DF82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21EB-DC0C-D615-EE3A-5D66DC18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5B5CB-289C-7341-3439-7E00F3E10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21" y="315503"/>
            <a:ext cx="4261329" cy="2637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D25C8D-E1F1-1794-93C0-DD7E3955E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829" y="3137795"/>
            <a:ext cx="6398342" cy="31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4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6B17-2A9E-3B39-1A4C-CB89BA4D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8F643-914E-36E4-8D30-79F6935F9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20154-B9E8-F2B5-CE8D-EE0B590A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8" y="825980"/>
            <a:ext cx="10524964" cy="52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16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4C9C-F40D-04FB-30DE-1B0555FB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BC02-74B2-B691-67D7-010873FD0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2F48D-2B78-A191-F162-2C9A04B8B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03" y="190048"/>
            <a:ext cx="10526594" cy="6477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5588E-99B8-2CC3-9B25-2C9AC6CF1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778" y="3069919"/>
            <a:ext cx="2675308" cy="2030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7D843F-BCF6-FEA9-4569-3DC3563D3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47" y="4256713"/>
            <a:ext cx="1969265" cy="14601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28C55A-29AB-51B2-DF38-05E04B583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128" y="2813538"/>
            <a:ext cx="1615338" cy="13481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E79BFC-BE43-90AD-384D-98CCA078B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9035" y="4544343"/>
            <a:ext cx="1679454" cy="14474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D7AE6B-1D78-63F7-0733-00C1C27A15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3470" y="1334636"/>
            <a:ext cx="1866735" cy="14474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28EDCF-AF24-1C31-D085-8D82478942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3079" y="3120585"/>
            <a:ext cx="2298671" cy="193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9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5E88-034F-FF87-7A92-E3043199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Avg 10 emitters / um^2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C4656-F000-184C-0236-55E89AA06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4BE5B-44DF-11B3-9EFA-017BD8012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78" y="1527170"/>
            <a:ext cx="9790443" cy="511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3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0FE7-4282-B853-433F-91B48AB4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Avg 5 / um^2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CFA9-8B56-5882-73D8-80DEFF9E3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9586C-90E8-AEAA-40FD-D3090573C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7" y="1825625"/>
            <a:ext cx="9237785" cy="480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9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9A2D-E722-DB3A-D1ED-78210196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5 emitters per square micrometer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E8195-6242-1225-7D40-87ED3365B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20E71-B738-B6F0-F5E0-5C0B7093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1" y="1906266"/>
            <a:ext cx="8878529" cy="440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8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6EDB-8CA9-F3EF-5832-60D48095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 but now using only G2diff in optimization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56FC-505F-92F5-1CFC-CCF3D44D1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5FD05-99B4-35E0-E556-697FDF56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4" y="1909926"/>
            <a:ext cx="8976852" cy="45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5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F699-8243-C2C9-3854-E983AF59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Possible improvement: adding regularization?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59B7-C68C-205E-6506-BD4255B52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0D3B9-8A0D-FFA1-2DA7-0AEC1B1D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48" y="1654204"/>
            <a:ext cx="7964778" cy="48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7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5248</TotalTime>
  <Words>112</Words>
  <Application>Microsoft Office PowerPoint</Application>
  <PresentationFormat>Widescreen</PresentationFormat>
  <Paragraphs>16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28/5/25</vt:lpstr>
      <vt:lpstr>Darkcounts </vt:lpstr>
      <vt:lpstr>PowerPoint Presentation</vt:lpstr>
      <vt:lpstr>PowerPoint Presentation</vt:lpstr>
      <vt:lpstr>PowerPoint Presentation</vt:lpstr>
      <vt:lpstr>PowerPoint Presentation</vt:lpstr>
      <vt:lpstr>Avg 10 emitters / um^2</vt:lpstr>
      <vt:lpstr>Avg 5 / um^2</vt:lpstr>
      <vt:lpstr>5 emitters per square micrometer</vt:lpstr>
      <vt:lpstr>Same but now using only G2diff in optimization</vt:lpstr>
      <vt:lpstr>Possible improvement: adding regularization?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Dam, P.S. van (Rens)</dc:creator>
  <cp:lastModifiedBy>Rens van Dam</cp:lastModifiedBy>
  <cp:revision>1</cp:revision>
  <dcterms:created xsi:type="dcterms:W3CDTF">2025-05-26T10:01:52Z</dcterms:created>
  <dcterms:modified xsi:type="dcterms:W3CDTF">2025-06-03T14:30:50Z</dcterms:modified>
</cp:coreProperties>
</file>