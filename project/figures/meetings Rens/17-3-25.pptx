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3" r:id="rId7"/>
    <p:sldId id="262" r:id="rId8"/>
    <p:sldId id="260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A691E4-CD2C-4676-BDAA-A72139940260}" v="194" dt="2025-03-17T12:55:22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9BA691E4-CD2C-4676-BDAA-A72139940260}"/>
    <pc:docChg chg="undo custSel addSld modSld sldOrd">
      <pc:chgData name="Rens van Dam" userId="cbbfe1f2-c982-4950-8b62-7b9019e18432" providerId="ADAL" clId="{9BA691E4-CD2C-4676-BDAA-A72139940260}" dt="2025-03-17T12:58:15.442" v="1447" actId="1076"/>
      <pc:docMkLst>
        <pc:docMk/>
      </pc:docMkLst>
      <pc:sldChg chg="addSp delSp modSp mod modAnim">
        <pc:chgData name="Rens van Dam" userId="cbbfe1f2-c982-4950-8b62-7b9019e18432" providerId="ADAL" clId="{9BA691E4-CD2C-4676-BDAA-A72139940260}" dt="2025-03-14T15:02:05.763" v="1143" actId="20577"/>
        <pc:sldMkLst>
          <pc:docMk/>
          <pc:sldMk cId="1850144569" sldId="257"/>
        </pc:sldMkLst>
        <pc:spChg chg="mod">
          <ac:chgData name="Rens van Dam" userId="cbbfe1f2-c982-4950-8b62-7b9019e18432" providerId="ADAL" clId="{9BA691E4-CD2C-4676-BDAA-A72139940260}" dt="2025-03-14T13:30:14.168" v="91" actId="20577"/>
          <ac:spMkLst>
            <pc:docMk/>
            <pc:sldMk cId="1850144569" sldId="257"/>
            <ac:spMk id="2" creationId="{4810B493-BE75-6996-C315-53BBD65F58E6}"/>
          </ac:spMkLst>
        </pc:spChg>
        <pc:spChg chg="add mod">
          <ac:chgData name="Rens van Dam" userId="cbbfe1f2-c982-4950-8b62-7b9019e18432" providerId="ADAL" clId="{9BA691E4-CD2C-4676-BDAA-A72139940260}" dt="2025-03-14T13:48:08.385" v="828" actId="20577"/>
          <ac:spMkLst>
            <pc:docMk/>
            <pc:sldMk cId="1850144569" sldId="257"/>
            <ac:spMk id="13" creationId="{B38722E1-E762-D3CB-5623-2FECAC73F06A}"/>
          </ac:spMkLst>
        </pc:spChg>
        <pc:spChg chg="add mod">
          <ac:chgData name="Rens van Dam" userId="cbbfe1f2-c982-4950-8b62-7b9019e18432" providerId="ADAL" clId="{9BA691E4-CD2C-4676-BDAA-A72139940260}" dt="2025-03-14T14:04:15.671" v="850" actId="13822"/>
          <ac:spMkLst>
            <pc:docMk/>
            <pc:sldMk cId="1850144569" sldId="257"/>
            <ac:spMk id="14" creationId="{7435CF45-E33D-F306-164B-0FE9B4BA35F2}"/>
          </ac:spMkLst>
        </pc:spChg>
        <pc:spChg chg="add mod">
          <ac:chgData name="Rens van Dam" userId="cbbfe1f2-c982-4950-8b62-7b9019e18432" providerId="ADAL" clId="{9BA691E4-CD2C-4676-BDAA-A72139940260}" dt="2025-03-14T14:04:13.103" v="848" actId="1076"/>
          <ac:spMkLst>
            <pc:docMk/>
            <pc:sldMk cId="1850144569" sldId="257"/>
            <ac:spMk id="16" creationId="{C311CBCA-4A65-EA13-6FE8-9265F576E49D}"/>
          </ac:spMkLst>
        </pc:spChg>
        <pc:spChg chg="add mod">
          <ac:chgData name="Rens van Dam" userId="cbbfe1f2-c982-4950-8b62-7b9019e18432" providerId="ADAL" clId="{9BA691E4-CD2C-4676-BDAA-A72139940260}" dt="2025-03-14T14:04:48.292" v="946" actId="1076"/>
          <ac:spMkLst>
            <pc:docMk/>
            <pc:sldMk cId="1850144569" sldId="257"/>
            <ac:spMk id="17" creationId="{0F998D33-206F-554D-FA5D-53004E1A7320}"/>
          </ac:spMkLst>
        </pc:spChg>
        <pc:spChg chg="add mod">
          <ac:chgData name="Rens van Dam" userId="cbbfe1f2-c982-4950-8b62-7b9019e18432" providerId="ADAL" clId="{9BA691E4-CD2C-4676-BDAA-A72139940260}" dt="2025-03-14T14:06:17.984" v="956" actId="1582"/>
          <ac:spMkLst>
            <pc:docMk/>
            <pc:sldMk cId="1850144569" sldId="257"/>
            <ac:spMk id="18" creationId="{BE23BA51-C3C0-9C2F-E3AD-65B61B68C4B2}"/>
          </ac:spMkLst>
        </pc:spChg>
        <pc:spChg chg="add mod">
          <ac:chgData name="Rens van Dam" userId="cbbfe1f2-c982-4950-8b62-7b9019e18432" providerId="ADAL" clId="{9BA691E4-CD2C-4676-BDAA-A72139940260}" dt="2025-03-14T14:07:18.027" v="1065" actId="14100"/>
          <ac:spMkLst>
            <pc:docMk/>
            <pc:sldMk cId="1850144569" sldId="257"/>
            <ac:spMk id="19" creationId="{B68745BB-117C-1FF9-1D16-F541359D6FAF}"/>
          </ac:spMkLst>
        </pc:spChg>
        <pc:spChg chg="add mod">
          <ac:chgData name="Rens van Dam" userId="cbbfe1f2-c982-4950-8b62-7b9019e18432" providerId="ADAL" clId="{9BA691E4-CD2C-4676-BDAA-A72139940260}" dt="2025-03-14T15:02:05.763" v="1143" actId="20577"/>
          <ac:spMkLst>
            <pc:docMk/>
            <pc:sldMk cId="1850144569" sldId="257"/>
            <ac:spMk id="20" creationId="{D9C0C5C2-5F35-E8DC-CEF7-A31AC5D657F1}"/>
          </ac:spMkLst>
        </pc:spChg>
        <pc:picChg chg="mod">
          <ac:chgData name="Rens van Dam" userId="cbbfe1f2-c982-4950-8b62-7b9019e18432" providerId="ADAL" clId="{9BA691E4-CD2C-4676-BDAA-A72139940260}" dt="2025-03-14T14:09:01.681" v="1092" actId="1076"/>
          <ac:picMkLst>
            <pc:docMk/>
            <pc:sldMk cId="1850144569" sldId="257"/>
            <ac:picMk id="4" creationId="{94920E3C-9C05-5516-27ED-FF2814F06040}"/>
          </ac:picMkLst>
        </pc:picChg>
        <pc:picChg chg="add mod">
          <ac:chgData name="Rens van Dam" userId="cbbfe1f2-c982-4950-8b62-7b9019e18432" providerId="ADAL" clId="{9BA691E4-CD2C-4676-BDAA-A72139940260}" dt="2025-03-14T13:30:22.609" v="94" actId="1076"/>
          <ac:picMkLst>
            <pc:docMk/>
            <pc:sldMk cId="1850144569" sldId="257"/>
            <ac:picMk id="8" creationId="{12AA7CD7-ADB1-5A50-BFD4-32F361E6F1C4}"/>
          </ac:picMkLst>
        </pc:picChg>
        <pc:picChg chg="add mod">
          <ac:chgData name="Rens van Dam" userId="cbbfe1f2-c982-4950-8b62-7b9019e18432" providerId="ADAL" clId="{9BA691E4-CD2C-4676-BDAA-A72139940260}" dt="2025-03-14T14:03:56.687" v="846" actId="1076"/>
          <ac:picMkLst>
            <pc:docMk/>
            <pc:sldMk cId="1850144569" sldId="257"/>
            <ac:picMk id="12" creationId="{D8DCA4EC-041C-DE1B-C9A2-660D412BBC6B}"/>
          </ac:picMkLst>
        </pc:picChg>
      </pc:sldChg>
      <pc:sldChg chg="addSp delSp modSp mod">
        <pc:chgData name="Rens van Dam" userId="cbbfe1f2-c982-4950-8b62-7b9019e18432" providerId="ADAL" clId="{9BA691E4-CD2C-4676-BDAA-A72139940260}" dt="2025-03-14T13:46:18.039" v="747" actId="20577"/>
        <pc:sldMkLst>
          <pc:docMk/>
          <pc:sldMk cId="1591595243" sldId="258"/>
        </pc:sldMkLst>
        <pc:spChg chg="add mod">
          <ac:chgData name="Rens van Dam" userId="cbbfe1f2-c982-4950-8b62-7b9019e18432" providerId="ADAL" clId="{9BA691E4-CD2C-4676-BDAA-A72139940260}" dt="2025-03-14T13:36:36.745" v="344"/>
          <ac:spMkLst>
            <pc:docMk/>
            <pc:sldMk cId="1591595243" sldId="258"/>
            <ac:spMk id="6" creationId="{ED29EEB7-E8B2-37AD-B395-4B257C05CF89}"/>
          </ac:spMkLst>
        </pc:spChg>
        <pc:spChg chg="add mod">
          <ac:chgData name="Rens van Dam" userId="cbbfe1f2-c982-4950-8b62-7b9019e18432" providerId="ADAL" clId="{9BA691E4-CD2C-4676-BDAA-A72139940260}" dt="2025-03-14T13:46:18.039" v="747" actId="20577"/>
          <ac:spMkLst>
            <pc:docMk/>
            <pc:sldMk cId="1591595243" sldId="258"/>
            <ac:spMk id="10" creationId="{6E275AB9-D27A-7708-A764-0B326E933127}"/>
          </ac:spMkLst>
        </pc:spChg>
        <pc:picChg chg="add mod">
          <ac:chgData name="Rens van Dam" userId="cbbfe1f2-c982-4950-8b62-7b9019e18432" providerId="ADAL" clId="{9BA691E4-CD2C-4676-BDAA-A72139940260}" dt="2025-03-14T13:38:38.150" v="423" actId="1076"/>
          <ac:picMkLst>
            <pc:docMk/>
            <pc:sldMk cId="1591595243" sldId="258"/>
            <ac:picMk id="5" creationId="{5F49F89A-C15F-F7B4-4F89-05B87BA9D2F5}"/>
          </ac:picMkLst>
        </pc:picChg>
        <pc:picChg chg="add mod">
          <ac:chgData name="Rens van Dam" userId="cbbfe1f2-c982-4950-8b62-7b9019e18432" providerId="ADAL" clId="{9BA691E4-CD2C-4676-BDAA-A72139940260}" dt="2025-03-14T13:36:47.360" v="347"/>
          <ac:picMkLst>
            <pc:docMk/>
            <pc:sldMk cId="1591595243" sldId="258"/>
            <ac:picMk id="7" creationId="{B8E40D3B-E633-0A51-C7B8-500E41BA3026}"/>
          </ac:picMkLst>
        </pc:picChg>
        <pc:picChg chg="add mod">
          <ac:chgData name="Rens van Dam" userId="cbbfe1f2-c982-4950-8b62-7b9019e18432" providerId="ADAL" clId="{9BA691E4-CD2C-4676-BDAA-A72139940260}" dt="2025-03-14T13:38:34.382" v="422" actId="1076"/>
          <ac:picMkLst>
            <pc:docMk/>
            <pc:sldMk cId="1591595243" sldId="258"/>
            <ac:picMk id="9" creationId="{F49C0026-4091-02FB-F940-708E0FBF0C4E}"/>
          </ac:picMkLst>
        </pc:picChg>
      </pc:sldChg>
      <pc:sldChg chg="addSp modSp mod">
        <pc:chgData name="Rens van Dam" userId="cbbfe1f2-c982-4950-8b62-7b9019e18432" providerId="ADAL" clId="{9BA691E4-CD2C-4676-BDAA-A72139940260}" dt="2025-03-17T09:30:41.605" v="1406" actId="1076"/>
        <pc:sldMkLst>
          <pc:docMk/>
          <pc:sldMk cId="850563671" sldId="259"/>
        </pc:sldMkLst>
        <pc:spChg chg="mod">
          <ac:chgData name="Rens van Dam" userId="cbbfe1f2-c982-4950-8b62-7b9019e18432" providerId="ADAL" clId="{9BA691E4-CD2C-4676-BDAA-A72139940260}" dt="2025-03-14T15:07:44.870" v="1163" actId="20577"/>
          <ac:spMkLst>
            <pc:docMk/>
            <pc:sldMk cId="850563671" sldId="259"/>
            <ac:spMk id="2" creationId="{8B7F68DC-2143-C347-E9AA-D0B330DF40E7}"/>
          </ac:spMkLst>
        </pc:spChg>
        <pc:spChg chg="mod">
          <ac:chgData name="Rens van Dam" userId="cbbfe1f2-c982-4950-8b62-7b9019e18432" providerId="ADAL" clId="{9BA691E4-CD2C-4676-BDAA-A72139940260}" dt="2025-03-17T08:45:43.526" v="1335" actId="5793"/>
          <ac:spMkLst>
            <pc:docMk/>
            <pc:sldMk cId="850563671" sldId="259"/>
            <ac:spMk id="3" creationId="{D3C66A14-E3B6-9DEE-B6C4-682F1514AE9C}"/>
          </ac:spMkLst>
        </pc:spChg>
        <pc:picChg chg="add mod">
          <ac:chgData name="Rens van Dam" userId="cbbfe1f2-c982-4950-8b62-7b9019e18432" providerId="ADAL" clId="{9BA691E4-CD2C-4676-BDAA-A72139940260}" dt="2025-03-17T09:27:27.153" v="1401" actId="1076"/>
          <ac:picMkLst>
            <pc:docMk/>
            <pc:sldMk cId="850563671" sldId="259"/>
            <ac:picMk id="5" creationId="{15771383-485C-C65B-8511-EDE428235364}"/>
          </ac:picMkLst>
        </pc:picChg>
        <pc:picChg chg="add mod">
          <ac:chgData name="Rens van Dam" userId="cbbfe1f2-c982-4950-8b62-7b9019e18432" providerId="ADAL" clId="{9BA691E4-CD2C-4676-BDAA-A72139940260}" dt="2025-03-17T09:30:41.605" v="1406" actId="1076"/>
          <ac:picMkLst>
            <pc:docMk/>
            <pc:sldMk cId="850563671" sldId="259"/>
            <ac:picMk id="7" creationId="{A4DE199C-46A8-07C6-A7D2-E01435CFC6D4}"/>
          </ac:picMkLst>
        </pc:picChg>
        <pc:picChg chg="add mod">
          <ac:chgData name="Rens van Dam" userId="cbbfe1f2-c982-4950-8b62-7b9019e18432" providerId="ADAL" clId="{9BA691E4-CD2C-4676-BDAA-A72139940260}" dt="2025-03-17T09:27:25.616" v="1400" actId="1076"/>
          <ac:picMkLst>
            <pc:docMk/>
            <pc:sldMk cId="850563671" sldId="259"/>
            <ac:picMk id="9" creationId="{D78F868B-AE25-B153-9265-C1633C82512D}"/>
          </ac:picMkLst>
        </pc:picChg>
      </pc:sldChg>
      <pc:sldChg chg="addSp delSp modSp new mod">
        <pc:chgData name="Rens van Dam" userId="cbbfe1f2-c982-4950-8b62-7b9019e18432" providerId="ADAL" clId="{9BA691E4-CD2C-4676-BDAA-A72139940260}" dt="2025-03-17T09:30:49.246" v="1408" actId="1076"/>
        <pc:sldMkLst>
          <pc:docMk/>
          <pc:sldMk cId="1702027141" sldId="261"/>
        </pc:sldMkLst>
        <pc:spChg chg="mod">
          <ac:chgData name="Rens van Dam" userId="cbbfe1f2-c982-4950-8b62-7b9019e18432" providerId="ADAL" clId="{9BA691E4-CD2C-4676-BDAA-A72139940260}" dt="2025-03-14T15:07:39.193" v="1153" actId="20577"/>
          <ac:spMkLst>
            <pc:docMk/>
            <pc:sldMk cId="1702027141" sldId="261"/>
            <ac:spMk id="2" creationId="{AF79C9F0-D779-ED6E-514B-585FA2C79583}"/>
          </ac:spMkLst>
        </pc:spChg>
        <pc:spChg chg="mod">
          <ac:chgData name="Rens van Dam" userId="cbbfe1f2-c982-4950-8b62-7b9019e18432" providerId="ADAL" clId="{9BA691E4-CD2C-4676-BDAA-A72139940260}" dt="2025-03-17T08:47:35.759" v="1367" actId="20577"/>
          <ac:spMkLst>
            <pc:docMk/>
            <pc:sldMk cId="1702027141" sldId="261"/>
            <ac:spMk id="3" creationId="{3A6A7E9D-AB28-E9B9-A63C-8E5DAA26FBB6}"/>
          </ac:spMkLst>
        </pc:spChg>
        <pc:picChg chg="add del">
          <ac:chgData name="Rens van Dam" userId="cbbfe1f2-c982-4950-8b62-7b9019e18432" providerId="ADAL" clId="{9BA691E4-CD2C-4676-BDAA-A72139940260}" dt="2025-03-17T08:42:17.386" v="1279" actId="22"/>
          <ac:picMkLst>
            <pc:docMk/>
            <pc:sldMk cId="1702027141" sldId="261"/>
            <ac:picMk id="5" creationId="{50EC6130-5AAD-B075-8E94-56E5EFA4D063}"/>
          </ac:picMkLst>
        </pc:picChg>
        <pc:picChg chg="add mod">
          <ac:chgData name="Rens van Dam" userId="cbbfe1f2-c982-4950-8b62-7b9019e18432" providerId="ADAL" clId="{9BA691E4-CD2C-4676-BDAA-A72139940260}" dt="2025-03-17T09:27:31.578" v="1403" actId="1076"/>
          <ac:picMkLst>
            <pc:docMk/>
            <pc:sldMk cId="1702027141" sldId="261"/>
            <ac:picMk id="7" creationId="{BBDFF529-ED10-BD0A-263C-BADF01B4E85B}"/>
          </ac:picMkLst>
        </pc:picChg>
        <pc:picChg chg="add mod">
          <ac:chgData name="Rens van Dam" userId="cbbfe1f2-c982-4950-8b62-7b9019e18432" providerId="ADAL" clId="{9BA691E4-CD2C-4676-BDAA-A72139940260}" dt="2025-03-17T09:27:32.528" v="1404" actId="1076"/>
          <ac:picMkLst>
            <pc:docMk/>
            <pc:sldMk cId="1702027141" sldId="261"/>
            <ac:picMk id="9" creationId="{C8CAF567-39EF-64BF-74EB-DF201E178173}"/>
          </ac:picMkLst>
        </pc:picChg>
        <pc:picChg chg="add mod modCrop">
          <ac:chgData name="Rens van Dam" userId="cbbfe1f2-c982-4950-8b62-7b9019e18432" providerId="ADAL" clId="{9BA691E4-CD2C-4676-BDAA-A72139940260}" dt="2025-03-17T09:30:49.246" v="1408" actId="1076"/>
          <ac:picMkLst>
            <pc:docMk/>
            <pc:sldMk cId="1702027141" sldId="261"/>
            <ac:picMk id="11" creationId="{5003D9F7-527F-8BA5-8B5E-DAEF7EF11269}"/>
          </ac:picMkLst>
        </pc:picChg>
      </pc:sldChg>
      <pc:sldChg chg="addSp delSp modSp add mod ord">
        <pc:chgData name="Rens van Dam" userId="cbbfe1f2-c982-4950-8b62-7b9019e18432" providerId="ADAL" clId="{9BA691E4-CD2C-4676-BDAA-A72139940260}" dt="2025-03-14T15:14:13.323" v="1277" actId="1076"/>
        <pc:sldMkLst>
          <pc:docMk/>
          <pc:sldMk cId="3599863895" sldId="262"/>
        </pc:sldMkLst>
        <pc:spChg chg="mod">
          <ac:chgData name="Rens van Dam" userId="cbbfe1f2-c982-4950-8b62-7b9019e18432" providerId="ADAL" clId="{9BA691E4-CD2C-4676-BDAA-A72139940260}" dt="2025-03-14T15:13:19.490" v="1272" actId="20577"/>
          <ac:spMkLst>
            <pc:docMk/>
            <pc:sldMk cId="3599863895" sldId="262"/>
            <ac:spMk id="10" creationId="{EA9290A4-CE39-F4ED-DF97-69D4F1C15BBA}"/>
          </ac:spMkLst>
        </pc:spChg>
        <pc:picChg chg="add mod">
          <ac:chgData name="Rens van Dam" userId="cbbfe1f2-c982-4950-8b62-7b9019e18432" providerId="ADAL" clId="{9BA691E4-CD2C-4676-BDAA-A72139940260}" dt="2025-03-14T15:13:04.224" v="1270" actId="1076"/>
          <ac:picMkLst>
            <pc:docMk/>
            <pc:sldMk cId="3599863895" sldId="262"/>
            <ac:picMk id="3" creationId="{BD653C66-DF5A-00D6-6A5A-4D6ADDAF8ABC}"/>
          </ac:picMkLst>
        </pc:picChg>
        <pc:picChg chg="add mod">
          <ac:chgData name="Rens van Dam" userId="cbbfe1f2-c982-4950-8b62-7b9019e18432" providerId="ADAL" clId="{9BA691E4-CD2C-4676-BDAA-A72139940260}" dt="2025-03-14T15:14:13.323" v="1277" actId="1076"/>
          <ac:picMkLst>
            <pc:docMk/>
            <pc:sldMk cId="3599863895" sldId="262"/>
            <ac:picMk id="12" creationId="{2EF7F629-234F-353D-445A-F62593934B23}"/>
          </ac:picMkLst>
        </pc:picChg>
      </pc:sldChg>
      <pc:sldChg chg="addSp delSp modSp add mod ord">
        <pc:chgData name="Rens van Dam" userId="cbbfe1f2-c982-4950-8b62-7b9019e18432" providerId="ADAL" clId="{9BA691E4-CD2C-4676-BDAA-A72139940260}" dt="2025-03-17T12:58:15.442" v="1447" actId="1076"/>
        <pc:sldMkLst>
          <pc:docMk/>
          <pc:sldMk cId="3730643444" sldId="263"/>
        </pc:sldMkLst>
        <pc:spChg chg="mod">
          <ac:chgData name="Rens van Dam" userId="cbbfe1f2-c982-4950-8b62-7b9019e18432" providerId="ADAL" clId="{9BA691E4-CD2C-4676-BDAA-A72139940260}" dt="2025-03-17T12:55:43.857" v="1435" actId="20577"/>
          <ac:spMkLst>
            <pc:docMk/>
            <pc:sldMk cId="3730643444" sldId="263"/>
            <ac:spMk id="10" creationId="{C91C04BE-3B84-527F-9AEA-2895C071831D}"/>
          </ac:spMkLst>
        </pc:spChg>
        <pc:picChg chg="add mod">
          <ac:chgData name="Rens van Dam" userId="cbbfe1f2-c982-4950-8b62-7b9019e18432" providerId="ADAL" clId="{9BA691E4-CD2C-4676-BDAA-A72139940260}" dt="2025-03-14T15:08:33.246" v="1171" actId="1076"/>
          <ac:picMkLst>
            <pc:docMk/>
            <pc:sldMk cId="3730643444" sldId="263"/>
            <ac:picMk id="3" creationId="{7581D4A9-ABED-FE93-065A-6A99DEFBE135}"/>
          </ac:picMkLst>
        </pc:picChg>
        <pc:picChg chg="add mod">
          <ac:chgData name="Rens van Dam" userId="cbbfe1f2-c982-4950-8b62-7b9019e18432" providerId="ADAL" clId="{9BA691E4-CD2C-4676-BDAA-A72139940260}" dt="2025-03-17T12:57:40.701" v="1440" actId="14100"/>
          <ac:picMkLst>
            <pc:docMk/>
            <pc:sldMk cId="3730643444" sldId="263"/>
            <ac:picMk id="4" creationId="{42843817-3A2C-8CCB-6492-54934490A3A3}"/>
          </ac:picMkLst>
        </pc:picChg>
        <pc:picChg chg="add mod">
          <ac:chgData name="Rens van Dam" userId="cbbfe1f2-c982-4950-8b62-7b9019e18432" providerId="ADAL" clId="{9BA691E4-CD2C-4676-BDAA-A72139940260}" dt="2025-03-14T15:10:00.744" v="1186" actId="1076"/>
          <ac:picMkLst>
            <pc:docMk/>
            <pc:sldMk cId="3730643444" sldId="263"/>
            <ac:picMk id="8" creationId="{B4EAF706-8F62-D757-2963-FD6A03A6AA04}"/>
          </ac:picMkLst>
        </pc:picChg>
        <pc:picChg chg="add mod">
          <ac:chgData name="Rens van Dam" userId="cbbfe1f2-c982-4950-8b62-7b9019e18432" providerId="ADAL" clId="{9BA691E4-CD2C-4676-BDAA-A72139940260}" dt="2025-03-17T12:58:15.442" v="1447" actId="1076"/>
          <ac:picMkLst>
            <pc:docMk/>
            <pc:sldMk cId="3730643444" sldId="263"/>
            <ac:picMk id="9" creationId="{6F349C2A-F2C1-8EDF-76C2-1C456FCF148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3459-2F89-061E-2496-A74BB29D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0C779-C1FE-8047-E9B1-BEA3E24A6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E5FD5-A66D-6000-E84C-CAE9B077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95C22-90DA-9C38-8A0E-6E563BC2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CCC8-8E8A-B2A1-6068-D6FFC2D7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924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9DBE-FE25-0CEC-3132-993B0AD0F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685A0-EFC6-0633-6EA3-E56B5F4E1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F4D8A-318E-54CF-0E98-FD7F3881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0F11B-4535-5A19-206E-500604FB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3C175-84FB-E09D-AEAA-D3588706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79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607D-0238-76F6-ACF4-E160D5FE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20764-ED03-1E17-45E4-969E2D16B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001E3-541E-6CE1-36BD-3E44719C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F55F4-BC89-F823-2DB9-339F7E9D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F021F-5AFF-29AE-7FDC-4A8F0602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8755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A0C0-A8EE-4718-B2E1-88705825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7F891-1E61-146D-C724-B354893C9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EAD94-0A77-0E4D-4FD5-C10452331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DF1A-4203-63FE-CB95-CB97239F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A0B4-C0D3-9B94-5182-830B00AB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24AE6-3B66-CFA8-D169-4BA4CC38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1235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AA30-F9F0-AC19-E258-A42BF664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6775B-D877-4337-0D73-9C6D8CCBD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2B843-4DD1-9381-549E-F7EAA0BCA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C0613-4ECB-C42A-4629-C5D0CAA3A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AE69F2-789E-0ED3-8829-C59AD5A7E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3189B-2EC1-2409-DEEF-86CC2F09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5E318-E8B4-A106-C5EA-A1F89F84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E99A8-6D90-C6EB-BEBD-97BDD485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030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DF1B-6B1A-AE92-96DD-80FFDCD1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3025A-32B4-22CE-E37E-C1B8C31F0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F6DC7-B9D8-E7B7-9AD0-AF52968E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1FAEC-9E0C-4D01-C1A8-53B56341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3283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7E3A7B-1CDC-0EC4-4C6A-229F3FD2F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CDA49-03AA-149C-A6AC-B351BA4C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332E2-6E6B-99BE-0B4D-287DB9E0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756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B3DE-8CF0-90CA-CBC0-889340CF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26D38-FA97-FE62-8D11-EB42C3D11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1073B-085A-97EB-967E-24116B667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FF241-439C-0A8B-1193-96413012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AFBC6-3988-6F43-A452-243999FC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03C5B-0375-67CD-095E-5E6A4FEC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9392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1671D-7B37-3BAD-71B2-2C722AC7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4BC20-968B-783C-D67A-8FF1C47D9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C4E10-1E99-195F-3AB3-A26E18C2A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EC959-AD1D-CE17-A842-E8EAEE87C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F511C-1C7C-1219-F829-DA5BA426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EE9A8-32DF-C737-79C9-82323B09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2559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001F-8C05-929C-2A9B-565469DD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5334C-4ED2-B4A8-8662-BA5B47DBC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7B93F-4E70-F34C-435E-F0E53FB4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1A2AF-69F3-8A20-9CC4-538671A4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66A1D-31E1-5E3D-3269-2FC57562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9386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3925E8-F9C3-F74E-F7AC-EAFE02D62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F5668-FB7F-F1B3-3AD1-C92EE8E7F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0A59-7B5F-A62F-91C1-71A02283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72525-FF6B-F86B-C692-E24D2FBE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8BC1A-B264-28CC-36E0-B863A2E9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1609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C4164-D1D1-404E-726C-31340A71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6E741-7C20-EF1F-AADC-9E9A93BA2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5D4C7-0022-75F2-0225-E8119E6CB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98104-971A-4BC1-BB1D-E71864668652}" type="datetimeFigureOut">
              <a:rPr lang="en-NL" smtClean="0"/>
              <a:t>17/03/2025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50EA-B024-CB73-9C19-25C26E60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6CA54-5121-3E6D-D923-4B1E67506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95849-AECA-4BD5-8F70-3D423B844B0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74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26B2-8B6A-AE7B-1410-9D249F981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17-3-25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DADBE-1911-EA9A-15D0-F4710FAA7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8574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C9F0-D779-ED6E-514B-585FA2C79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1 emitter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A7E9D-AB28-E9B9-A63C-8E5DAA26F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About 10.000 detected hits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FF529-ED10-BD0A-263C-BADF01B4E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96" y="3006932"/>
            <a:ext cx="3436321" cy="2974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CAF567-39EF-64BF-74EB-DF201E178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722" y="2860628"/>
            <a:ext cx="2966586" cy="29749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03D9F7-527F-8BA5-8B5E-DAEF7EF112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"/>
          <a:stretch/>
        </p:blipFill>
        <p:spPr>
          <a:xfrm>
            <a:off x="8407339" y="2634790"/>
            <a:ext cx="2966586" cy="34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2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B493-BE75-6996-C315-53BBD65F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869" y="2210033"/>
            <a:ext cx="10515600" cy="1325563"/>
          </a:xfrm>
        </p:spPr>
        <p:txBody>
          <a:bodyPr>
            <a:normAutofit/>
          </a:bodyPr>
          <a:lstStyle/>
          <a:p>
            <a:r>
              <a:rPr lang="nl-NL" sz="2800" dirty="0"/>
              <a:t>    Binsize 0.1ns		Binsize 0.5ns</a:t>
            </a:r>
            <a:endParaRPr lang="en-NL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20E3C-9C05-5516-27ED-FF2814F06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507" y="3143438"/>
            <a:ext cx="3439607" cy="3245105"/>
          </a:xfrm>
          <a:prstGeom prst="rect">
            <a:avLst/>
          </a:prstGeom>
        </p:spPr>
      </p:pic>
      <p:pic>
        <p:nvPicPr>
          <p:cNvPr id="8" name="Picture 7" descr="A colorful circles with numbers&#10;&#10;AI-generated content may be incorrect.">
            <a:extLst>
              <a:ext uri="{FF2B5EF4-FFF2-40B4-BE49-F238E27FC236}">
                <a16:creationId xmlns:a16="http://schemas.microsoft.com/office/drawing/2014/main" id="{12AA7CD7-ADB1-5A50-BFD4-32F361E6F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0" y="2871085"/>
            <a:ext cx="4109252" cy="3823679"/>
          </a:xfrm>
          <a:prstGeom prst="rect">
            <a:avLst/>
          </a:prstGeom>
        </p:spPr>
      </p:pic>
      <p:pic>
        <p:nvPicPr>
          <p:cNvPr id="12" name="Content Placeholder 11" descr="A grid of red and blue squares&#10;&#10;AI-generated content may be incorrect.">
            <a:extLst>
              <a:ext uri="{FF2B5EF4-FFF2-40B4-BE49-F238E27FC236}">
                <a16:creationId xmlns:a16="http://schemas.microsoft.com/office/drawing/2014/main" id="{D8DCA4EC-041C-DE1B-C9A2-660D412BB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869" y="3151452"/>
            <a:ext cx="3303134" cy="3262944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8722E1-E762-D3CB-5623-2FECAC73F06A}"/>
              </a:ext>
            </a:extLst>
          </p:cNvPr>
          <p:cNvSpPr txBox="1"/>
          <p:nvPr/>
        </p:nvSpPr>
        <p:spPr>
          <a:xfrm>
            <a:off x="539931" y="505097"/>
            <a:ext cx="5913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 This shows 100 simulations’ average g2(0) values (normalised). </a:t>
            </a:r>
          </a:p>
          <a:p>
            <a:r>
              <a:rPr lang="nl-NL" dirty="0"/>
              <a:t>- For shorter deltaT (binsize), the correlation is more localized to pixels’ neighbours.</a:t>
            </a:r>
          </a:p>
          <a:p>
            <a:r>
              <a:rPr lang="nl-NL" dirty="0"/>
              <a:t>- Shorter deltaT =&gt; more fine-grained correlation calculation, less noise.</a:t>
            </a:r>
            <a:endParaRPr lang="en-NL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435CF45-E33D-F306-164B-0FE9B4BA35F2}"/>
              </a:ext>
            </a:extLst>
          </p:cNvPr>
          <p:cNvSpPr/>
          <p:nvPr/>
        </p:nvSpPr>
        <p:spPr>
          <a:xfrm rot="1326251">
            <a:off x="6776519" y="2060781"/>
            <a:ext cx="371551" cy="1908810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11CBCA-4A65-EA13-6FE8-9265F576E49D}"/>
              </a:ext>
            </a:extLst>
          </p:cNvPr>
          <p:cNvSpPr/>
          <p:nvPr/>
        </p:nvSpPr>
        <p:spPr>
          <a:xfrm>
            <a:off x="5080668" y="3922782"/>
            <a:ext cx="1811084" cy="1720283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998D33-206F-554D-FA5D-53004E1A7320}"/>
              </a:ext>
            </a:extLst>
          </p:cNvPr>
          <p:cNvSpPr txBox="1"/>
          <p:nvPr/>
        </p:nvSpPr>
        <p:spPr>
          <a:xfrm>
            <a:off x="7192354" y="1212198"/>
            <a:ext cx="3303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Square visible; this is due to higher intensity/more pixel counts in the centre</a:t>
            </a:r>
            <a:endParaRPr lang="en-NL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23BA51-C3C0-9C2F-E3AD-65B61B68C4B2}"/>
              </a:ext>
            </a:extLst>
          </p:cNvPr>
          <p:cNvSpPr/>
          <p:nvPr/>
        </p:nvSpPr>
        <p:spPr>
          <a:xfrm rot="18914947">
            <a:off x="5587093" y="2873303"/>
            <a:ext cx="708660" cy="3819238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B68745BB-117C-1FF9-1D16-F541359D6FAF}"/>
              </a:ext>
            </a:extLst>
          </p:cNvPr>
          <p:cNvSpPr/>
          <p:nvPr/>
        </p:nvSpPr>
        <p:spPr>
          <a:xfrm rot="6333238">
            <a:off x="7297465" y="5699239"/>
            <a:ext cx="371551" cy="832716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0C5C2-5F35-E8DC-CEF7-A31AC5D657F1}"/>
              </a:ext>
            </a:extLst>
          </p:cNvPr>
          <p:cNvSpPr txBox="1"/>
          <p:nvPr/>
        </p:nvSpPr>
        <p:spPr>
          <a:xfrm>
            <a:off x="7851980" y="6048433"/>
            <a:ext cx="3303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Close to diagonal high correlation. So, neighbouring pixels are correlated. Why?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5014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/>
      <p:bldP spid="19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ed and white pixelated grid&#10;&#10;AI-generated content may be incorrect.">
            <a:extLst>
              <a:ext uri="{FF2B5EF4-FFF2-40B4-BE49-F238E27FC236}">
                <a16:creationId xmlns:a16="http://schemas.microsoft.com/office/drawing/2014/main" id="{5F49F89A-C15F-F7B4-4F89-05B87BA9D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25" y="3075558"/>
            <a:ext cx="3456792" cy="341473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D29EEB7-E8B2-37AD-B395-4B257C05CF89}"/>
              </a:ext>
            </a:extLst>
          </p:cNvPr>
          <p:cNvSpPr txBox="1">
            <a:spLocks/>
          </p:cNvSpPr>
          <p:nvPr/>
        </p:nvSpPr>
        <p:spPr>
          <a:xfrm>
            <a:off x="4478869" y="22100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800"/>
              <a:t>    Binsize 0.1ns		Binsize 0.5ns</a:t>
            </a:r>
            <a:endParaRPr lang="en-NL" sz="2800" dirty="0"/>
          </a:p>
        </p:txBody>
      </p:sp>
      <p:pic>
        <p:nvPicPr>
          <p:cNvPr id="7" name="Picture 6" descr="A colorful circles with numbers&#10;&#10;AI-generated content may be incorrect.">
            <a:extLst>
              <a:ext uri="{FF2B5EF4-FFF2-40B4-BE49-F238E27FC236}">
                <a16:creationId xmlns:a16="http://schemas.microsoft.com/office/drawing/2014/main" id="{B8E40D3B-E633-0A51-C7B8-500E41BA3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0" y="2871085"/>
            <a:ext cx="4109252" cy="3823679"/>
          </a:xfrm>
          <a:prstGeom prst="rect">
            <a:avLst/>
          </a:prstGeom>
        </p:spPr>
      </p:pic>
      <p:pic>
        <p:nvPicPr>
          <p:cNvPr id="9" name="Picture 8" descr="A red and white pixelated grid&#10;&#10;AI-generated content may be incorrect.">
            <a:extLst>
              <a:ext uri="{FF2B5EF4-FFF2-40B4-BE49-F238E27FC236}">
                <a16:creationId xmlns:a16="http://schemas.microsoft.com/office/drawing/2014/main" id="{F49C0026-4091-02FB-F940-708E0FBF0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617" y="3106352"/>
            <a:ext cx="3271023" cy="32312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275AB9-D27A-7708-A764-0B326E933127}"/>
              </a:ext>
            </a:extLst>
          </p:cNvPr>
          <p:cNvSpPr txBox="1"/>
          <p:nvPr/>
        </p:nvSpPr>
        <p:spPr>
          <a:xfrm>
            <a:off x="496389" y="478971"/>
            <a:ext cx="47287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dirty="0"/>
              <a:t>Average g2(5000ns)</a:t>
            </a:r>
          </a:p>
          <a:p>
            <a:pPr marL="285750" indent="-285750">
              <a:buFontTx/>
              <a:buChar char="-"/>
            </a:pPr>
            <a:r>
              <a:rPr lang="nl-NL" dirty="0"/>
              <a:t>High values everywhere.</a:t>
            </a:r>
          </a:p>
          <a:p>
            <a:pPr marL="285750" indent="-285750">
              <a:buFontTx/>
              <a:buChar char="-"/>
            </a:pPr>
            <a:r>
              <a:rPr lang="nl-NL" dirty="0"/>
              <a:t>g2(5000ns) =&gt; correlating photons with eachother that arrived at vastly different times, no information in there but high (random) correlations.</a:t>
            </a:r>
          </a:p>
          <a:p>
            <a:pPr marL="285750" indent="-285750">
              <a:buFontTx/>
              <a:buChar char="-"/>
            </a:pPr>
            <a:r>
              <a:rPr lang="nl-NL" dirty="0"/>
              <a:t>Can we extract information from relatively short delays &gt; 0?</a:t>
            </a:r>
          </a:p>
          <a:p>
            <a:pPr marL="285750" indent="-285750">
              <a:buFontTx/>
              <a:buChar char="-"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9159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68DC-2143-C347-E9AA-D0B330DF4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 emitters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66A14-E3B6-9DEE-B6C4-682F1514A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About 20.000 detected hits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71383-485C-C65B-8511-EDE428235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9" y="3070782"/>
            <a:ext cx="3509616" cy="3031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DE199C-46A8-07C6-A7D2-E01435CFC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86" y="2369610"/>
            <a:ext cx="3350347" cy="3914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8F868B-AE25-B153-9265-C1633C825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374" y="2476526"/>
            <a:ext cx="3306185" cy="37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6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EAA7-B3E3-F434-F70C-9C74B119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D75EA2E-644A-6B05-CF7A-CF29D7D1C523}"/>
              </a:ext>
            </a:extLst>
          </p:cNvPr>
          <p:cNvSpPr txBox="1">
            <a:spLocks/>
          </p:cNvSpPr>
          <p:nvPr/>
        </p:nvSpPr>
        <p:spPr>
          <a:xfrm>
            <a:off x="4478869" y="22100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800"/>
              <a:t>    Binsize 0.1ns		Binsize 0.5ns</a:t>
            </a:r>
            <a:endParaRPr lang="en-NL" sz="2800" dirty="0"/>
          </a:p>
        </p:txBody>
      </p:sp>
      <p:pic>
        <p:nvPicPr>
          <p:cNvPr id="7" name="Picture 6" descr="A colorful circles with numbers&#10;&#10;AI-generated content may be incorrect.">
            <a:extLst>
              <a:ext uri="{FF2B5EF4-FFF2-40B4-BE49-F238E27FC236}">
                <a16:creationId xmlns:a16="http://schemas.microsoft.com/office/drawing/2014/main" id="{9C70459B-D82A-A081-0604-A576E88FB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0" y="2871085"/>
            <a:ext cx="4109252" cy="38236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1C04BE-3B84-527F-9AEA-2895C071831D}"/>
              </a:ext>
            </a:extLst>
          </p:cNvPr>
          <p:cNvSpPr txBox="1"/>
          <p:nvPr/>
        </p:nvSpPr>
        <p:spPr>
          <a:xfrm>
            <a:off x="525265" y="478971"/>
            <a:ext cx="4728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dirty="0"/>
              <a:t>Average g2(0) of 100 simulations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endParaRPr lang="en-NL" dirty="0"/>
          </a:p>
        </p:txBody>
      </p:sp>
      <p:pic>
        <p:nvPicPr>
          <p:cNvPr id="3" name="Picture 2" descr="A red and green squares with black lines&#10;&#10;AI-generated content may be incorrect.">
            <a:extLst>
              <a:ext uri="{FF2B5EF4-FFF2-40B4-BE49-F238E27FC236}">
                <a16:creationId xmlns:a16="http://schemas.microsoft.com/office/drawing/2014/main" id="{7581D4A9-ABED-FE93-065A-6A99DEFBE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617" y="3158046"/>
            <a:ext cx="3384690" cy="3343508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B4EAF706-8F62-D757-2963-FD6A03A6A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655" y="3158046"/>
            <a:ext cx="3384690" cy="3343508"/>
          </a:xfrm>
          <a:prstGeom prst="rect">
            <a:avLst/>
          </a:prstGeom>
        </p:spPr>
      </p:pic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42843817-3A2C-8CCB-6492-54934490A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842" y="768091"/>
            <a:ext cx="2843016" cy="1931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349C2A-F2C1-8EDF-76C2-1C456FCF1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1027" y="599444"/>
            <a:ext cx="3077137" cy="210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4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D555-70EE-719C-E6DB-D2E39A51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00003D-5101-00B4-76D0-CB6721D31663}"/>
              </a:ext>
            </a:extLst>
          </p:cNvPr>
          <p:cNvSpPr txBox="1">
            <a:spLocks/>
          </p:cNvSpPr>
          <p:nvPr/>
        </p:nvSpPr>
        <p:spPr>
          <a:xfrm>
            <a:off x="4478869" y="22100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800"/>
              <a:t>    Binsize 0.1ns		Binsize 0.5ns</a:t>
            </a:r>
            <a:endParaRPr lang="en-NL" sz="2800" dirty="0"/>
          </a:p>
        </p:txBody>
      </p:sp>
      <p:pic>
        <p:nvPicPr>
          <p:cNvPr id="7" name="Picture 6" descr="A colorful circles with numbers&#10;&#10;AI-generated content may be incorrect.">
            <a:extLst>
              <a:ext uri="{FF2B5EF4-FFF2-40B4-BE49-F238E27FC236}">
                <a16:creationId xmlns:a16="http://schemas.microsoft.com/office/drawing/2014/main" id="{206CBC12-D0C7-82DF-6328-BDFE28FE6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0" y="2871085"/>
            <a:ext cx="4109252" cy="38236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9290A4-CE39-F4ED-DF97-69D4F1C15BBA}"/>
              </a:ext>
            </a:extLst>
          </p:cNvPr>
          <p:cNvSpPr txBox="1"/>
          <p:nvPr/>
        </p:nvSpPr>
        <p:spPr>
          <a:xfrm>
            <a:off x="496389" y="478971"/>
            <a:ext cx="4728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dirty="0"/>
              <a:t>Average g2(5000ns)</a:t>
            </a:r>
          </a:p>
          <a:p>
            <a:pPr marL="285750" indent="-285750">
              <a:buFontTx/>
              <a:buChar char="-"/>
            </a:pPr>
            <a:endParaRPr lang="en-NL" dirty="0"/>
          </a:p>
        </p:txBody>
      </p:sp>
      <p:pic>
        <p:nvPicPr>
          <p:cNvPr id="3" name="Picture 2" descr="A red and green pixelated graph&#10;&#10;AI-generated content may be incorrect.">
            <a:extLst>
              <a:ext uri="{FF2B5EF4-FFF2-40B4-BE49-F238E27FC236}">
                <a16:creationId xmlns:a16="http://schemas.microsoft.com/office/drawing/2014/main" id="{BD653C66-DF5A-00D6-6A5A-4D6ADDAF8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594" y="3167312"/>
            <a:ext cx="3271023" cy="3231224"/>
          </a:xfrm>
          <a:prstGeom prst="rect">
            <a:avLst/>
          </a:prstGeom>
        </p:spPr>
      </p:pic>
      <p:pic>
        <p:nvPicPr>
          <p:cNvPr id="12" name="Picture 11" descr="A red and blue graph&#10;&#10;AI-generated content may be incorrect.">
            <a:extLst>
              <a:ext uri="{FF2B5EF4-FFF2-40B4-BE49-F238E27FC236}">
                <a16:creationId xmlns:a16="http://schemas.microsoft.com/office/drawing/2014/main" id="{2EF7F629-234F-353D-445A-F62593934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892" y="3167312"/>
            <a:ext cx="3271023" cy="323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6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10AA-435B-0808-9359-5B06FF4B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A703C-8FDA-556A-C99B-EB639193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635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166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17-3-25</vt:lpstr>
      <vt:lpstr>1 emitter</vt:lpstr>
      <vt:lpstr>    Binsize 0.1ns  Binsize 0.5ns</vt:lpstr>
      <vt:lpstr>PowerPoint Presentation</vt:lpstr>
      <vt:lpstr>2 emitters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1</cp:revision>
  <dcterms:created xsi:type="dcterms:W3CDTF">2025-03-14T13:23:42Z</dcterms:created>
  <dcterms:modified xsi:type="dcterms:W3CDTF">2025-03-17T12:58:24Z</dcterms:modified>
</cp:coreProperties>
</file>