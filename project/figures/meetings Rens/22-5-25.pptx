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74" r:id="rId7"/>
    <p:sldId id="270" r:id="rId8"/>
    <p:sldId id="275" r:id="rId9"/>
    <p:sldId id="276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DBA24-83BE-4F2E-ABD6-B5C7CE752EBD}" v="60" dt="2025-05-21T10:11:19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720DBA24-83BE-4F2E-ABD6-B5C7CE752EBD}"/>
    <pc:docChg chg="undo custSel addSld modSld sldOrd">
      <pc:chgData name="Rens van Dam" userId="cbbfe1f2-c982-4950-8b62-7b9019e18432" providerId="ADAL" clId="{720DBA24-83BE-4F2E-ABD6-B5C7CE752EBD}" dt="2025-05-21T10:12:32.547" v="454" actId="478"/>
      <pc:docMkLst>
        <pc:docMk/>
      </pc:docMkLst>
      <pc:sldChg chg="addSp modSp mod modShow">
        <pc:chgData name="Rens van Dam" userId="cbbfe1f2-c982-4950-8b62-7b9019e18432" providerId="ADAL" clId="{720DBA24-83BE-4F2E-ABD6-B5C7CE752EBD}" dt="2025-05-21T09:17:35.711" v="71" actId="729"/>
        <pc:sldMkLst>
          <pc:docMk/>
          <pc:sldMk cId="4169601218" sldId="257"/>
        </pc:sldMkLst>
        <pc:spChg chg="mod">
          <ac:chgData name="Rens van Dam" userId="cbbfe1f2-c982-4950-8b62-7b9019e18432" providerId="ADAL" clId="{720DBA24-83BE-4F2E-ABD6-B5C7CE752EBD}" dt="2025-05-21T08:50:11.815" v="30" actId="20577"/>
          <ac:spMkLst>
            <pc:docMk/>
            <pc:sldMk cId="4169601218" sldId="257"/>
            <ac:spMk id="2" creationId="{C6B2244B-89DE-4C42-F793-6E44666F7AA5}"/>
          </ac:spMkLst>
        </pc:spChg>
        <pc:picChg chg="mod">
          <ac:chgData name="Rens van Dam" userId="cbbfe1f2-c982-4950-8b62-7b9019e18432" providerId="ADAL" clId="{720DBA24-83BE-4F2E-ABD6-B5C7CE752EBD}" dt="2025-05-21T09:02:12.988" v="43" actId="1076"/>
          <ac:picMkLst>
            <pc:docMk/>
            <pc:sldMk cId="4169601218" sldId="257"/>
            <ac:picMk id="5" creationId="{BA4854FA-C94E-C29F-5C98-3BB665FC6FBB}"/>
          </ac:picMkLst>
        </pc:picChg>
        <pc:picChg chg="add mod">
          <ac:chgData name="Rens van Dam" userId="cbbfe1f2-c982-4950-8b62-7b9019e18432" providerId="ADAL" clId="{720DBA24-83BE-4F2E-ABD6-B5C7CE752EBD}" dt="2025-05-21T09:02:18.024" v="46" actId="14100"/>
          <ac:picMkLst>
            <pc:docMk/>
            <pc:sldMk cId="4169601218" sldId="257"/>
            <ac:picMk id="7" creationId="{95ED67D9-8D5F-9387-C59A-DBE38BAEFA77}"/>
          </ac:picMkLst>
        </pc:picChg>
      </pc:sldChg>
      <pc:sldChg chg="addSp modSp new mod modShow">
        <pc:chgData name="Rens van Dam" userId="cbbfe1f2-c982-4950-8b62-7b9019e18432" providerId="ADAL" clId="{720DBA24-83BE-4F2E-ABD6-B5C7CE752EBD}" dt="2025-05-21T09:17:37.613" v="72" actId="729"/>
        <pc:sldMkLst>
          <pc:docMk/>
          <pc:sldMk cId="321331233" sldId="258"/>
        </pc:sldMkLst>
        <pc:picChg chg="add mod">
          <ac:chgData name="Rens van Dam" userId="cbbfe1f2-c982-4950-8b62-7b9019e18432" providerId="ADAL" clId="{720DBA24-83BE-4F2E-ABD6-B5C7CE752EBD}" dt="2025-05-21T09:01:20.714" v="34" actId="1076"/>
          <ac:picMkLst>
            <pc:docMk/>
            <pc:sldMk cId="321331233" sldId="258"/>
            <ac:picMk id="5" creationId="{E740764A-F0EE-6E8F-3306-C3EA320DE5D1}"/>
          </ac:picMkLst>
        </pc:picChg>
        <pc:picChg chg="add mod">
          <ac:chgData name="Rens van Dam" userId="cbbfe1f2-c982-4950-8b62-7b9019e18432" providerId="ADAL" clId="{720DBA24-83BE-4F2E-ABD6-B5C7CE752EBD}" dt="2025-05-21T09:01:38.139" v="41" actId="1076"/>
          <ac:picMkLst>
            <pc:docMk/>
            <pc:sldMk cId="321331233" sldId="258"/>
            <ac:picMk id="7" creationId="{66F0FFB7-E100-E9DD-A624-18DDB084B956}"/>
          </ac:picMkLst>
        </pc:picChg>
      </pc:sldChg>
      <pc:sldChg chg="addSp delSp modSp new mod">
        <pc:chgData name="Rens van Dam" userId="cbbfe1f2-c982-4950-8b62-7b9019e18432" providerId="ADAL" clId="{720DBA24-83BE-4F2E-ABD6-B5C7CE752EBD}" dt="2025-05-21T09:17:12.118" v="68" actId="1076"/>
        <pc:sldMkLst>
          <pc:docMk/>
          <pc:sldMk cId="2760658797" sldId="259"/>
        </pc:sldMkLst>
        <pc:spChg chg="mod">
          <ac:chgData name="Rens van Dam" userId="cbbfe1f2-c982-4950-8b62-7b9019e18432" providerId="ADAL" clId="{720DBA24-83BE-4F2E-ABD6-B5C7CE752EBD}" dt="2025-05-21T09:16:59.045" v="62"/>
          <ac:spMkLst>
            <pc:docMk/>
            <pc:sldMk cId="2760658797" sldId="259"/>
            <ac:spMk id="2" creationId="{A2735B90-D32E-04FD-1EC8-1443E4ECACBE}"/>
          </ac:spMkLst>
        </pc:spChg>
        <pc:picChg chg="add del mod">
          <ac:chgData name="Rens van Dam" userId="cbbfe1f2-c982-4950-8b62-7b9019e18432" providerId="ADAL" clId="{720DBA24-83BE-4F2E-ABD6-B5C7CE752EBD}" dt="2025-05-21T09:17:12.118" v="68" actId="1076"/>
          <ac:picMkLst>
            <pc:docMk/>
            <pc:sldMk cId="2760658797" sldId="259"/>
            <ac:picMk id="5" creationId="{5A017C72-4CD7-97E7-9DA1-994B10067C48}"/>
          </ac:picMkLst>
        </pc:picChg>
        <pc:picChg chg="add del mod">
          <ac:chgData name="Rens van Dam" userId="cbbfe1f2-c982-4950-8b62-7b9019e18432" providerId="ADAL" clId="{720DBA24-83BE-4F2E-ABD6-B5C7CE752EBD}" dt="2025-05-21T09:17:10.948" v="67" actId="478"/>
          <ac:picMkLst>
            <pc:docMk/>
            <pc:sldMk cId="2760658797" sldId="259"/>
            <ac:picMk id="7" creationId="{4768A619-5B3F-BA51-D6AA-6F6F3D281BAD}"/>
          </ac:picMkLst>
        </pc:picChg>
      </pc:sldChg>
      <pc:sldChg chg="addSp modSp new mod">
        <pc:chgData name="Rens van Dam" userId="cbbfe1f2-c982-4950-8b62-7b9019e18432" providerId="ADAL" clId="{720DBA24-83BE-4F2E-ABD6-B5C7CE752EBD}" dt="2025-05-21T09:25:44.548" v="222" actId="20577"/>
        <pc:sldMkLst>
          <pc:docMk/>
          <pc:sldMk cId="2801993245" sldId="260"/>
        </pc:sldMkLst>
        <pc:spChg chg="mod">
          <ac:chgData name="Rens van Dam" userId="cbbfe1f2-c982-4950-8b62-7b9019e18432" providerId="ADAL" clId="{720DBA24-83BE-4F2E-ABD6-B5C7CE752EBD}" dt="2025-05-21T09:25:44.548" v="222" actId="20577"/>
          <ac:spMkLst>
            <pc:docMk/>
            <pc:sldMk cId="2801993245" sldId="260"/>
            <ac:spMk id="3" creationId="{90FF54A3-C524-4BF7-8581-19213862D502}"/>
          </ac:spMkLst>
        </pc:spChg>
        <pc:picChg chg="add mod">
          <ac:chgData name="Rens van Dam" userId="cbbfe1f2-c982-4950-8b62-7b9019e18432" providerId="ADAL" clId="{720DBA24-83BE-4F2E-ABD6-B5C7CE752EBD}" dt="2025-05-21T09:17:05.231" v="64"/>
          <ac:picMkLst>
            <pc:docMk/>
            <pc:sldMk cId="2801993245" sldId="260"/>
            <ac:picMk id="4" creationId="{02D5D6D5-9B5F-66A5-E8DE-C9F0D19CBC6C}"/>
          </ac:picMkLst>
        </pc:picChg>
        <pc:picChg chg="add mod">
          <ac:chgData name="Rens van Dam" userId="cbbfe1f2-c982-4950-8b62-7b9019e18432" providerId="ADAL" clId="{720DBA24-83BE-4F2E-ABD6-B5C7CE752EBD}" dt="2025-05-21T09:17:23.122" v="70" actId="1076"/>
          <ac:picMkLst>
            <pc:docMk/>
            <pc:sldMk cId="2801993245" sldId="260"/>
            <ac:picMk id="5" creationId="{67704A89-2409-1007-F49F-9610AD50818E}"/>
          </ac:picMkLst>
        </pc:picChg>
      </pc:sldChg>
      <pc:sldChg chg="modSp add mod ord">
        <pc:chgData name="Rens van Dam" userId="cbbfe1f2-c982-4950-8b62-7b9019e18432" providerId="ADAL" clId="{720DBA24-83BE-4F2E-ABD6-B5C7CE752EBD}" dt="2025-05-21T09:37:05.992" v="280" actId="20577"/>
        <pc:sldMkLst>
          <pc:docMk/>
          <pc:sldMk cId="2962788963" sldId="270"/>
        </pc:sldMkLst>
        <pc:spChg chg="mod">
          <ac:chgData name="Rens van Dam" userId="cbbfe1f2-c982-4950-8b62-7b9019e18432" providerId="ADAL" clId="{720DBA24-83BE-4F2E-ABD6-B5C7CE752EBD}" dt="2025-05-21T09:37:05.992" v="280" actId="20577"/>
          <ac:spMkLst>
            <pc:docMk/>
            <pc:sldMk cId="2962788963" sldId="270"/>
            <ac:spMk id="2" creationId="{51420EE0-821F-2DA0-2545-8AE7D4F2A554}"/>
          </ac:spMkLst>
        </pc:spChg>
      </pc:sldChg>
      <pc:sldChg chg="addSp delSp modSp add mod modAnim">
        <pc:chgData name="Rens van Dam" userId="cbbfe1f2-c982-4950-8b62-7b9019e18432" providerId="ADAL" clId="{720DBA24-83BE-4F2E-ABD6-B5C7CE752EBD}" dt="2025-05-21T09:28:17.047" v="259"/>
        <pc:sldMkLst>
          <pc:docMk/>
          <pc:sldMk cId="3306703718" sldId="274"/>
        </pc:sldMkLst>
        <pc:spChg chg="add mod">
          <ac:chgData name="Rens van Dam" userId="cbbfe1f2-c982-4950-8b62-7b9019e18432" providerId="ADAL" clId="{720DBA24-83BE-4F2E-ABD6-B5C7CE752EBD}" dt="2025-05-21T09:28:08.793" v="258" actId="1076"/>
          <ac:spMkLst>
            <pc:docMk/>
            <pc:sldMk cId="3306703718" sldId="274"/>
            <ac:spMk id="7" creationId="{A7C7CD45-F698-8914-A957-AEFABC626189}"/>
          </ac:spMkLst>
        </pc:spChg>
        <pc:spChg chg="add mod">
          <ac:chgData name="Rens van Dam" userId="cbbfe1f2-c982-4950-8b62-7b9019e18432" providerId="ADAL" clId="{720DBA24-83BE-4F2E-ABD6-B5C7CE752EBD}" dt="2025-05-21T09:28:06.195" v="257" actId="14861"/>
          <ac:spMkLst>
            <pc:docMk/>
            <pc:sldMk cId="3306703718" sldId="274"/>
            <ac:spMk id="9" creationId="{A6C0BE10-18C2-EE72-AAE7-EC378C9F4543}"/>
          </ac:spMkLst>
        </pc:spChg>
        <pc:cxnChg chg="add del">
          <ac:chgData name="Rens van Dam" userId="cbbfe1f2-c982-4950-8b62-7b9019e18432" providerId="ADAL" clId="{720DBA24-83BE-4F2E-ABD6-B5C7CE752EBD}" dt="2025-05-21T09:26:34.403" v="225" actId="478"/>
          <ac:cxnSpMkLst>
            <pc:docMk/>
            <pc:sldMk cId="3306703718" sldId="274"/>
            <ac:cxnSpMk id="6" creationId="{643D35B5-537C-3DDA-E77D-59AEB034ABC0}"/>
          </ac:cxnSpMkLst>
        </pc:cxnChg>
      </pc:sldChg>
      <pc:sldChg chg="addSp delSp modSp new mod ord">
        <pc:chgData name="Rens van Dam" userId="cbbfe1f2-c982-4950-8b62-7b9019e18432" providerId="ADAL" clId="{720DBA24-83BE-4F2E-ABD6-B5C7CE752EBD}" dt="2025-05-21T09:59:30.265" v="353" actId="20577"/>
        <pc:sldMkLst>
          <pc:docMk/>
          <pc:sldMk cId="1496868765" sldId="275"/>
        </pc:sldMkLst>
        <pc:spChg chg="mod">
          <ac:chgData name="Rens van Dam" userId="cbbfe1f2-c982-4950-8b62-7b9019e18432" providerId="ADAL" clId="{720DBA24-83BE-4F2E-ABD6-B5C7CE752EBD}" dt="2025-05-21T09:59:30.265" v="353" actId="20577"/>
          <ac:spMkLst>
            <pc:docMk/>
            <pc:sldMk cId="1496868765" sldId="275"/>
            <ac:spMk id="2" creationId="{409820A5-24B1-B118-1DAE-00E0C2961E3A}"/>
          </ac:spMkLst>
        </pc:spChg>
        <pc:spChg chg="add del mod">
          <ac:chgData name="Rens van Dam" userId="cbbfe1f2-c982-4950-8b62-7b9019e18432" providerId="ADAL" clId="{720DBA24-83BE-4F2E-ABD6-B5C7CE752EBD}" dt="2025-05-21T09:46:40.987" v="317" actId="478"/>
          <ac:spMkLst>
            <pc:docMk/>
            <pc:sldMk cId="1496868765" sldId="275"/>
            <ac:spMk id="9" creationId="{BB9A01B8-8A37-2518-8C88-F21DD7D5A108}"/>
          </ac:spMkLst>
        </pc:spChg>
        <pc:picChg chg="add mod">
          <ac:chgData name="Rens van Dam" userId="cbbfe1f2-c982-4950-8b62-7b9019e18432" providerId="ADAL" clId="{720DBA24-83BE-4F2E-ABD6-B5C7CE752EBD}" dt="2025-05-21T09:38:58.442" v="299" actId="1076"/>
          <ac:picMkLst>
            <pc:docMk/>
            <pc:sldMk cId="1496868765" sldId="275"/>
            <ac:picMk id="5" creationId="{05D41F0F-051F-0DA6-2A00-BCDF5A128872}"/>
          </ac:picMkLst>
        </pc:picChg>
        <pc:picChg chg="add del mod">
          <ac:chgData name="Rens van Dam" userId="cbbfe1f2-c982-4950-8b62-7b9019e18432" providerId="ADAL" clId="{720DBA24-83BE-4F2E-ABD6-B5C7CE752EBD}" dt="2025-05-21T09:46:34.535" v="312" actId="478"/>
          <ac:picMkLst>
            <pc:docMk/>
            <pc:sldMk cId="1496868765" sldId="275"/>
            <ac:picMk id="7" creationId="{DCF22C9E-F972-1D7F-883E-C546B3EA30F0}"/>
          </ac:picMkLst>
        </pc:picChg>
        <pc:picChg chg="add del mod">
          <ac:chgData name="Rens van Dam" userId="cbbfe1f2-c982-4950-8b62-7b9019e18432" providerId="ADAL" clId="{720DBA24-83BE-4F2E-ABD6-B5C7CE752EBD}" dt="2025-05-21T09:44:10.852" v="304" actId="478"/>
          <ac:picMkLst>
            <pc:docMk/>
            <pc:sldMk cId="1496868765" sldId="275"/>
            <ac:picMk id="8" creationId="{A4B83984-DAD1-9961-F8B1-ECD39C526B16}"/>
          </ac:picMkLst>
        </pc:picChg>
        <pc:picChg chg="add mod">
          <ac:chgData name="Rens van Dam" userId="cbbfe1f2-c982-4950-8b62-7b9019e18432" providerId="ADAL" clId="{720DBA24-83BE-4F2E-ABD6-B5C7CE752EBD}" dt="2025-05-21T09:46:45.871" v="320" actId="1076"/>
          <ac:picMkLst>
            <pc:docMk/>
            <pc:sldMk cId="1496868765" sldId="275"/>
            <ac:picMk id="11" creationId="{1EB598A7-48BF-9013-2338-BF9C6E41D75E}"/>
          </ac:picMkLst>
        </pc:picChg>
      </pc:sldChg>
      <pc:sldChg chg="addSp delSp modSp new mod modAnim">
        <pc:chgData name="Rens van Dam" userId="cbbfe1f2-c982-4950-8b62-7b9019e18432" providerId="ADAL" clId="{720DBA24-83BE-4F2E-ABD6-B5C7CE752EBD}" dt="2025-05-21T10:12:32.547" v="454" actId="478"/>
        <pc:sldMkLst>
          <pc:docMk/>
          <pc:sldMk cId="1547160668" sldId="276"/>
        </pc:sldMkLst>
        <pc:spChg chg="mod">
          <ac:chgData name="Rens van Dam" userId="cbbfe1f2-c982-4950-8b62-7b9019e18432" providerId="ADAL" clId="{720DBA24-83BE-4F2E-ABD6-B5C7CE752EBD}" dt="2025-05-21T09:59:08.462" v="339" actId="20577"/>
          <ac:spMkLst>
            <pc:docMk/>
            <pc:sldMk cId="1547160668" sldId="276"/>
            <ac:spMk id="2" creationId="{D20E2F1B-765B-99AC-B4D3-DF45CC059D62}"/>
          </ac:spMkLst>
        </pc:spChg>
        <pc:spChg chg="mod">
          <ac:chgData name="Rens van Dam" userId="cbbfe1f2-c982-4950-8b62-7b9019e18432" providerId="ADAL" clId="{720DBA24-83BE-4F2E-ABD6-B5C7CE752EBD}" dt="2025-05-21T10:08:20.741" v="444" actId="404"/>
          <ac:spMkLst>
            <pc:docMk/>
            <pc:sldMk cId="1547160668" sldId="276"/>
            <ac:spMk id="3" creationId="{3C14FE08-9F81-E616-D146-47575D98D739}"/>
          </ac:spMkLst>
        </pc:spChg>
        <pc:picChg chg="add del mod">
          <ac:chgData name="Rens van Dam" userId="cbbfe1f2-c982-4950-8b62-7b9019e18432" providerId="ADAL" clId="{720DBA24-83BE-4F2E-ABD6-B5C7CE752EBD}" dt="2025-05-21T09:55:49.028" v="321" actId="478"/>
          <ac:picMkLst>
            <pc:docMk/>
            <pc:sldMk cId="1547160668" sldId="276"/>
            <ac:picMk id="5" creationId="{322F2816-3053-3F45-BF1A-B976137EA2FE}"/>
          </ac:picMkLst>
        </pc:picChg>
        <pc:picChg chg="add mod">
          <ac:chgData name="Rens van Dam" userId="cbbfe1f2-c982-4950-8b62-7b9019e18432" providerId="ADAL" clId="{720DBA24-83BE-4F2E-ABD6-B5C7CE752EBD}" dt="2025-05-21T10:01:46.834" v="394" actId="1076"/>
          <ac:picMkLst>
            <pc:docMk/>
            <pc:sldMk cId="1547160668" sldId="276"/>
            <ac:picMk id="7" creationId="{E7869507-446C-24DB-9843-825FB82192F6}"/>
          </ac:picMkLst>
        </pc:picChg>
        <pc:picChg chg="add mod">
          <ac:chgData name="Rens van Dam" userId="cbbfe1f2-c982-4950-8b62-7b9019e18432" providerId="ADAL" clId="{720DBA24-83BE-4F2E-ABD6-B5C7CE752EBD}" dt="2025-05-21T10:01:48.834" v="395" actId="1076"/>
          <ac:picMkLst>
            <pc:docMk/>
            <pc:sldMk cId="1547160668" sldId="276"/>
            <ac:picMk id="8" creationId="{9BBBB41B-9FF5-807C-89F4-8EAF48BB68F7}"/>
          </ac:picMkLst>
        </pc:picChg>
        <pc:picChg chg="add del mod">
          <ac:chgData name="Rens van Dam" userId="cbbfe1f2-c982-4950-8b62-7b9019e18432" providerId="ADAL" clId="{720DBA24-83BE-4F2E-ABD6-B5C7CE752EBD}" dt="2025-05-21T10:12:32.547" v="454" actId="478"/>
          <ac:picMkLst>
            <pc:docMk/>
            <pc:sldMk cId="1547160668" sldId="276"/>
            <ac:picMk id="9" creationId="{4C244AEA-8150-7657-0692-1EACC078C8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D7CD5-AC41-4F3C-9E4E-CEBF7AA964D3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E4324-E30A-4377-9FBB-D6792B718A3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60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nl-NL" dirty="0"/>
              <a:t>Determines ROI using filtering.</a:t>
            </a:r>
          </a:p>
          <a:p>
            <a:pPr marL="228600" indent="-228600">
              <a:buAutoNum type="arabicPeriod"/>
            </a:pPr>
            <a:r>
              <a:rPr lang="nl-NL" dirty="0"/>
              <a:t>Estimate emitter count per ROI by taking maximum over the ROI.</a:t>
            </a:r>
          </a:p>
          <a:p>
            <a:pPr marL="228600" indent="-228600">
              <a:buAutoNum type="arabicPeriod"/>
            </a:pPr>
            <a:r>
              <a:rPr lang="nl-NL" dirty="0"/>
              <a:t>Use centroids of ROI as initial positions with then umber of emitters being equal to the count found in (2). Then optimizing with RSS, optimizing with a small change in the emitters/ROI and comparing.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61A43-3E0B-4A92-A3C2-AE98D8CB149E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3160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E4324-E30A-4377-9FBB-D6792B718A31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412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E1DD-02B0-DD70-035B-7A0A0A478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927F4-2DBB-E31D-A5B9-7249AB752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D432-8734-D0D4-4C17-4192094C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D2635-5008-55BA-D480-4FB980DA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64404-AC89-7894-9F52-0271FC4C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289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BD81-E405-6E25-F925-BB8BC661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CED9-EBC7-AEF1-13D1-A1D77B812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71B71-B26C-8AFF-967D-E5E251C39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63AE3-2752-1087-5DD9-0D921482C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B089-FE0C-951B-06A5-BF8E8124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7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B0F4-7305-DE19-7111-393CBFE3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3D90E-6F78-805E-144A-54D3049DD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F5D5A-6488-3907-3C52-F66F9B59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53930-45B9-5453-4D5E-96ACE2BB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73615-BB57-1033-0DD1-7B764CB0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463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FD1F-64F9-F2D7-0E35-B880BD4E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75FD1-6491-51ED-C3FE-085C26484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E8866-FE72-146E-6D69-EDE1DF03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091A0-5013-3AE5-A516-5CFE6428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B6898-4570-1661-EA3F-19A413D7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A6C87-8AB4-53A3-1E83-58BF0DB5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689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452A-BD79-68D5-36CB-59A6D3215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DC5C-1AE0-722E-2CFF-E20CC41BE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65866-2EB6-876E-F9B7-6E5E90139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E4B7E-A83E-2782-EBA1-77FF0479F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D18E4-D474-5593-C33D-9273EA7C9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10D78-E971-BCEC-8B51-184CF54A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41EAE2-66DA-5CA0-51E3-44CBAD22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B0759-6F02-E58C-DD39-2D8B52A6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838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BE1E-09C2-EF6E-9C31-CC68CBEA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59D51-AC42-8DF1-9376-6017C7DB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0C512-613E-EBE4-DDD1-B304774F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1DB7A-D27C-86F8-4513-CF73B1C0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247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81CE7-A01F-17B1-B646-9AD2D533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EA2A8-D6E8-16B2-139C-56DCD475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7B910-876E-5A40-8DD4-DB3CBB00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372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8CBA-9E12-6DCE-3729-0DFA27A6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8D62-DAFB-B723-AB5D-4127F4336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D368A-2FAE-ACC2-D3FA-42798EBA9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31C4A-1386-4A93-B491-3C9F7E48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037AB-FC18-9907-7BDB-ED44D272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37BF5-F042-3E24-8428-0BAD3FF9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178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DCA4-DEAB-B2BE-0ED5-C53D01FB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46F53-EA9C-AAE7-70DF-765FF0797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766D6-0690-3D1B-AED5-025661763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3F5D5-F0F2-2D9A-8FD6-EEE45C0E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285D2-B520-D54A-C20F-6C3EBA19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94F32-EC10-5CC8-E792-04CD1118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830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915D-62BA-4FAF-4C50-A28050D8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C1940-56B4-68C2-ACD4-216AE302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5B4B2-91E7-D366-2564-9327E307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8562-369D-93A1-6F84-2A1863A3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4C9DE-E0BB-018B-54E4-337833DC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777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D7BF8-2D13-E07F-AE20-C4EDB2537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CA614-0CA6-3999-C7CA-C8F23542D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4549-FAD1-7D45-4ABE-24CF2EB9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44EB1-38F5-2C1C-0103-BE7C38C4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984F3-8EC6-B6BB-D8CA-43CEB114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512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D83FA-A42F-366B-6840-406DBB56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752B7-4B40-AD7E-A18F-94CD32DE7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B2662-BED6-4725-BC0B-FA22ED162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C829D-FED9-4E3A-BD63-CEE144C88702}" type="datetimeFigureOut">
              <a:rPr lang="en-NL" smtClean="0"/>
              <a:t>21/05/2025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E9898-0B9B-25DE-C94F-D894BFF19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E238C-696E-1B3A-4D6F-E0979489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07F16-52B4-4A9F-84BD-9DA79DABA2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360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1629-0C11-9EF4-0167-A19288E57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22/5/25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77C33-A3DF-62CF-11E1-A2BEEE3C0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2197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244B-89DE-4C42-F793-6E44666F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Richardson-Lucy deconvolution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4947-7CFE-6ABC-2245-90E1B90F7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854FA-C94E-C29F-5C98-3BB665FC6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3201692"/>
            <a:ext cx="11353800" cy="3656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ED67D9-8D5F-9387-C59A-DBE38BAEF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931" y="199940"/>
            <a:ext cx="3137869" cy="30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0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3281-111B-7FFB-18AA-6A32BE7F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814B-4BF7-67B4-6917-644EA00D5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0764A-F0EE-6E8F-3306-C3EA320DE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47084"/>
            <a:ext cx="10687050" cy="3445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F0FFB7-E100-E9DD-A624-18DDB084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5" y="69045"/>
            <a:ext cx="2943225" cy="288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1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5B90-D32E-04FD-1EC8-1443E4EC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Richardson-Lucy deconvolution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FD83-BC04-5E0B-B53D-7FFC4B2A8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17C72-4CD7-97E7-9DA1-994B1006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86" y="3239777"/>
            <a:ext cx="10515600" cy="338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5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EECE-1745-5959-CA42-76126DC4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F54A3-C524-4BF7-8581-19213862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1800" dirty="0"/>
              <a:t>1pix=0.05um</a:t>
            </a:r>
          </a:p>
          <a:p>
            <a:r>
              <a:rPr lang="nl-NL" sz="1800" dirty="0"/>
              <a:t>Idea: find ROI’s based on deconvolved G2 diff: much smaller ROI’s!</a:t>
            </a:r>
          </a:p>
          <a:p>
            <a:endParaRPr lang="nl-NL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5D6D5-9B5F-66A5-E8DE-C9F0D19CB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30" y="3465569"/>
            <a:ext cx="10625137" cy="3397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704A89-2409-1007-F49F-9610AD50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031" y="511096"/>
            <a:ext cx="2943225" cy="288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9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18AB-4AA5-AB8C-5DAF-6C4132396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Localization workflow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974D-04F3-FD24-FF7F-DAC125E81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2328A-7316-88A9-030F-DDB223EDE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1591522"/>
            <a:ext cx="11725275" cy="2953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0F208C-736C-BF57-E766-6F1588B90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331" y="5235584"/>
            <a:ext cx="1461905" cy="144503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6EDDE3F-D5C5-3F76-2276-75E20E98CD77}"/>
              </a:ext>
            </a:extLst>
          </p:cNvPr>
          <p:cNvGrpSpPr/>
          <p:nvPr/>
        </p:nvGrpSpPr>
        <p:grpSpPr>
          <a:xfrm>
            <a:off x="1294939" y="4928516"/>
            <a:ext cx="1948901" cy="1848496"/>
            <a:chOff x="139235" y="4861655"/>
            <a:chExt cx="1948901" cy="18484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48A661-4F80-52C5-96F3-898E2B282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235" y="5557403"/>
              <a:ext cx="1152748" cy="115274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B0AC477-BFC4-7C1F-AD60-537E585BB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3479" y="5266478"/>
              <a:ext cx="1100571" cy="11165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3F8FBD1-537F-7837-F783-2D8191978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7565" y="4861655"/>
              <a:ext cx="1100571" cy="110057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18A78D9-2F20-7953-AC5B-4F3CB0C9D4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6" y="4611523"/>
            <a:ext cx="3611562" cy="216548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F4CD50D-37DA-5D1E-B432-2841234ACFAC}"/>
              </a:ext>
            </a:extLst>
          </p:cNvPr>
          <p:cNvSpPr/>
          <p:nvPr/>
        </p:nvSpPr>
        <p:spPr>
          <a:xfrm rot="2943248">
            <a:off x="2292895" y="4442170"/>
            <a:ext cx="1881064" cy="100284"/>
          </a:xfrm>
          <a:prstGeom prst="rightArrow">
            <a:avLst>
              <a:gd name="adj1" fmla="val 50000"/>
              <a:gd name="adj2" fmla="val 7231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7820ABC-6630-1B49-FAFE-E80D284B22A6}"/>
              </a:ext>
            </a:extLst>
          </p:cNvPr>
          <p:cNvSpPr/>
          <p:nvPr/>
        </p:nvSpPr>
        <p:spPr>
          <a:xfrm rot="2943248">
            <a:off x="658080" y="4720976"/>
            <a:ext cx="1244013" cy="90706"/>
          </a:xfrm>
          <a:prstGeom prst="rightArrow">
            <a:avLst>
              <a:gd name="adj1" fmla="val 50000"/>
              <a:gd name="adj2" fmla="val 7231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7C7CD45-F698-8914-A957-AEFABC626189}"/>
              </a:ext>
            </a:extLst>
          </p:cNvPr>
          <p:cNvSpPr/>
          <p:nvPr/>
        </p:nvSpPr>
        <p:spPr>
          <a:xfrm rot="8550814">
            <a:off x="2369829" y="2301910"/>
            <a:ext cx="1260958" cy="776561"/>
          </a:xfrm>
          <a:prstGeom prst="rightArrow">
            <a:avLst>
              <a:gd name="adj1" fmla="val 50000"/>
              <a:gd name="adj2" fmla="val 72314"/>
            </a:avLst>
          </a:prstGeom>
          <a:solidFill>
            <a:srgbClr val="FF0000"/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0BE10-18C2-EE72-AAE7-EC378C9F4543}"/>
              </a:ext>
            </a:extLst>
          </p:cNvPr>
          <p:cNvSpPr txBox="1"/>
          <p:nvPr/>
        </p:nvSpPr>
        <p:spPr>
          <a:xfrm>
            <a:off x="3233427" y="1792030"/>
            <a:ext cx="1179576" cy="64633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b="1" dirty="0"/>
              <a:t>Deconvolve G2Diff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330670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0EE0-821F-2DA0-2545-8AE7D4F2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668125" cy="1325563"/>
          </a:xfrm>
        </p:spPr>
        <p:txBody>
          <a:bodyPr>
            <a:normAutofit/>
          </a:bodyPr>
          <a:lstStyle/>
          <a:p>
            <a:r>
              <a:rPr lang="nl-NL" sz="4000" dirty="0"/>
              <a:t>Last week’s problem: too large ROI =&gt; underestimation of n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31C2-DF58-A9D6-1B73-1A4F41FB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4778-C31C-ADBD-B1B3-6184F5C1F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4125750"/>
            <a:ext cx="3170130" cy="2732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C46CE-00CB-BDE7-3281-F5F872DB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002" y="2409823"/>
            <a:ext cx="7485082" cy="4448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6D37D-7295-B3E4-BFF9-8D4E7E0401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3" t="2624" b="4558"/>
          <a:stretch/>
        </p:blipFill>
        <p:spPr>
          <a:xfrm rot="16200000">
            <a:off x="1534051" y="1723614"/>
            <a:ext cx="2309813" cy="23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88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20A5-24B1-B118-1DAE-00E0C296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Deconvolution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0F4C4-D4D9-8082-7679-AB79B8B48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41F0F-051F-0DA6-2A00-BCDF5A128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80" y="1260290"/>
            <a:ext cx="5167640" cy="49166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B598A7-48BF-9013-2338-BF9C6E41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1478"/>
            <a:ext cx="4573632" cy="47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6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2F1B-765B-99AC-B4D3-DF45CC05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Solved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4FE08-9F81-E616-D146-47575D98D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4038"/>
            <a:ext cx="10515600" cy="4351338"/>
          </a:xfrm>
        </p:spPr>
        <p:txBody>
          <a:bodyPr>
            <a:normAutofit/>
          </a:bodyPr>
          <a:lstStyle/>
          <a:p>
            <a:r>
              <a:rPr lang="nl-NL" sz="2000" dirty="0"/>
              <a:t>Jaccard index of emitters (eye-balled it): 66/(66+3+9)=0.85 in this image </a:t>
            </a:r>
            <a:endParaRPr lang="en-NL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69507-446C-24DB-9843-825FB8219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966770"/>
            <a:ext cx="7296591" cy="47675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BBB41B-9FF5-807C-89F4-8EAF48BB6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425" y="1776300"/>
            <a:ext cx="5973575" cy="514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6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114</Words>
  <Application>Microsoft Office PowerPoint</Application>
  <PresentationFormat>Widescreen</PresentationFormat>
  <Paragraphs>16</Paragraphs>
  <Slides>9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22/5/25</vt:lpstr>
      <vt:lpstr>Richardson-Lucy deconvolution</vt:lpstr>
      <vt:lpstr>PowerPoint Presentation</vt:lpstr>
      <vt:lpstr>Richardson-Lucy deconvolution</vt:lpstr>
      <vt:lpstr>PowerPoint Presentation</vt:lpstr>
      <vt:lpstr>Localization workflow</vt:lpstr>
      <vt:lpstr>Last week’s problem: too large ROI =&gt; underestimation of n</vt:lpstr>
      <vt:lpstr>Deconvolution</vt:lpstr>
      <vt:lpstr>Solved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Dam, P.S. van (Rens)</dc:creator>
  <cp:lastModifiedBy>Rens van Dam</cp:lastModifiedBy>
  <cp:revision>1</cp:revision>
  <dcterms:created xsi:type="dcterms:W3CDTF">2025-05-21T08:44:24Z</dcterms:created>
  <dcterms:modified xsi:type="dcterms:W3CDTF">2025-05-21T10:12:40Z</dcterms:modified>
</cp:coreProperties>
</file>