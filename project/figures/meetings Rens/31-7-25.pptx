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57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45301-3F98-4A60-B98B-4E1CD143BC0F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29DBF-2C18-47C0-9693-BCF5269694A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6495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Matching by using hungarian algorithm (computes all distances between GT and estimations, and minimizes total error).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29DBF-2C18-47C0-9693-BCF5269694AE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539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2E20-6534-1073-94C9-B7D8C26AB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42E4B-3878-674B-097D-E02813C89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1D7AF-2DBF-900F-0501-660E9880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6E056-57C1-0DE6-E495-84DF5727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6F455-00C3-882A-5D1A-6D3703FE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884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85E3-F726-9566-1262-3D6038D6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BAB70-25D4-13C1-8E56-72721DCB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AC89-ADB0-CB30-75E0-60619978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A3A7-8E43-805A-0DFB-C2EDA424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7F6A7-9A61-4E81-A352-B38D0EE9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203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BE2A-5F84-9198-4463-8B2A67C0F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93021-7AFB-01FC-6C87-8A0C06BAA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B0EC6-FE10-182C-F014-6008BBC8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947C-1461-8727-DA3D-EA2FE75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E7FCA-FED2-8348-D052-2FB54AF7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494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3B8F-51FA-9DC5-EC93-AD813407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4B90-F381-C296-8E7A-4169AD7C2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A8ED5-ECCA-6F10-09F2-4123B6788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8C0DB-9922-1DAE-6CDF-0CD6DD4E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41C44-1317-33C4-6E27-FD7D743A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A6C54-76F8-BB0D-7A6A-C70EEF1F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2807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8F51-5CA9-EF5E-2BEB-8E620AB98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A625A-1E64-0CE7-320E-1E961B72E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89418-EBA4-929A-C0C6-EBC6030AE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5194A-EC9F-6CED-6E6D-594355280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00413-639A-0B35-92EB-9A0F0FB60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8693EC-24AD-6545-16E9-DFCCCE86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5525E-6621-0C5F-1550-17FA0AC1F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465C44-CB36-AAA4-A40F-FB954D69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708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C1BD-0A3C-249F-7E99-827B5577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981E3D-2CA1-34A8-1EC3-CD3B558F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2BADC-846B-9DBF-CB22-E550740B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574DD-0AD9-3F63-E63C-D12E3418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5556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9A4EF-E96A-EA4D-26D7-582CA661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2A4A0-79D3-E1F4-344A-D61C567C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A2755-06A8-8C0A-1F59-86BCA73E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309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65B8-F2A3-A220-9F76-EE913ECE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FF1F8-9752-BF24-9776-2021671B6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DB3E7-E8B6-C85F-28A8-BCF1621E3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3548-4D78-F59C-B3A6-37934B75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C4F5A-4667-871A-BF51-2CE86690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87EE-67BD-58F2-F36E-7A12F162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2631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9D91-7B23-B57A-2F00-EBF54CD4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01A50-DFED-04F0-8472-F9E19690D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F3C9C-082B-7F29-2D8F-D89B37AAE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528A6-AEF9-7131-E546-FE4BCE73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BE092-8077-344C-04E7-B31CBD6A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B8365-B8D9-398B-89DA-6AD53440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3489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03F6-46D1-229D-ADFD-604BE5EE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BF15A-5CBE-CC45-93AB-40A64C14D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D4FD1-9CB6-2D22-D60E-47E9CCC8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ADBA2-4D7E-B9A2-FBCA-AFE5252F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4EF40-D577-55B4-F252-C04589FB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17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34949-9139-8150-B74D-EC322EB68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BCD55-65EA-5B41-DB27-14FFBAE4D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4CDC-9740-26D7-27A7-459DD9B7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CD51E-C039-4603-836F-BC92B561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C4478-DFEC-9955-2F30-2E480463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952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2AB83-300D-66D8-7F34-B8954806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CD32E-2317-1383-AFDD-AB193CF16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ADD0-A33F-CC4F-4A90-B04BEE64E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6F636-4B96-4EC8-8D4B-63D678E120CD}" type="datetimeFigureOut">
              <a:rPr lang="en-NL" smtClean="0"/>
              <a:t>31/07/2025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407BF-A0FF-F60E-F1F1-3DAC4C30A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9223C-07F0-8B58-33F0-0E0313E1B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A924D-7B6D-4D02-B224-6D6C49851B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1749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9046-901D-154B-47B3-F32852FD37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9DFDB-3CEA-49B5-76EE-59423B42E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9535" y="4761240"/>
            <a:ext cx="3484880" cy="1419427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Tx/>
              <a:buChar char="-"/>
            </a:pPr>
            <a:r>
              <a:rPr lang="nl-NL" dirty="0"/>
              <a:t>blue: centroid of 30 position estimations</a:t>
            </a:r>
          </a:p>
          <a:p>
            <a:pPr marL="342900" indent="-342900">
              <a:buFontTx/>
              <a:buChar char="-"/>
            </a:pPr>
            <a:r>
              <a:rPr lang="nl-NL" dirty="0"/>
              <a:t>Average per-emitter bias: 36.8 nm. Varies from 10.4 nm to 64.2 nm</a:t>
            </a:r>
          </a:p>
          <a:p>
            <a:pPr marL="342900" indent="-342900">
              <a:buFontTx/>
              <a:buChar char="-"/>
            </a:pPr>
            <a:r>
              <a:rPr lang="nl-NL" dirty="0"/>
              <a:t>Precision varies a lot by emitter (from 0.2 nm to 17 nm) </a:t>
            </a:r>
          </a:p>
          <a:p>
            <a:pPr marL="342900" indent="-342900">
              <a:buFontTx/>
              <a:buChar char="-"/>
            </a:pP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DDC6F9-6C17-66D4-BAE6-0292617BA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09222"/>
            <a:ext cx="5792008" cy="5601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F8D639-CD36-36C0-8476-7B8D84252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88" y="887403"/>
            <a:ext cx="5347374" cy="363887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8A6917F-7DAD-6390-F7D2-ECAFFC622901}"/>
              </a:ext>
            </a:extLst>
          </p:cNvPr>
          <p:cNvSpPr/>
          <p:nvPr/>
        </p:nvSpPr>
        <p:spPr>
          <a:xfrm rot="10090748">
            <a:off x="4142371" y="2064569"/>
            <a:ext cx="3481271" cy="4373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5304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B928-D98B-5445-66D3-BC7E0F62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3F27E-C415-144B-CC46-059D094D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8466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5767</TotalTime>
  <Words>55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2025-07-31T07:17:24Z</dcterms:created>
  <dcterms:modified xsi:type="dcterms:W3CDTF">2025-08-04T07:25:13Z</dcterms:modified>
</cp:coreProperties>
</file>