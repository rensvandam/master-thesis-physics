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FC628-89AC-42FE-92D2-DE2170A80C01}" v="2" dt="2025-03-27T13:29:33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 van Dam" userId="cbbfe1f2-c982-4950-8b62-7b9019e18432" providerId="ADAL" clId="{8C2FC628-89AC-42FE-92D2-DE2170A80C01}"/>
    <pc:docChg chg="custSel addSld modSld">
      <pc:chgData name="Rens van Dam" userId="cbbfe1f2-c982-4950-8b62-7b9019e18432" providerId="ADAL" clId="{8C2FC628-89AC-42FE-92D2-DE2170A80C01}" dt="2025-03-27T13:29:33.017" v="122"/>
      <pc:docMkLst>
        <pc:docMk/>
      </pc:docMkLst>
      <pc:sldChg chg="modSp mod">
        <pc:chgData name="Rens van Dam" userId="cbbfe1f2-c982-4950-8b62-7b9019e18432" providerId="ADAL" clId="{8C2FC628-89AC-42FE-92D2-DE2170A80C01}" dt="2025-03-27T13:09:34.128" v="73" actId="1076"/>
        <pc:sldMkLst>
          <pc:docMk/>
          <pc:sldMk cId="1585802322" sldId="257"/>
        </pc:sldMkLst>
        <pc:spChg chg="mod">
          <ac:chgData name="Rens van Dam" userId="cbbfe1f2-c982-4950-8b62-7b9019e18432" providerId="ADAL" clId="{8C2FC628-89AC-42FE-92D2-DE2170A80C01}" dt="2025-03-27T13:09:20.862" v="70" actId="20577"/>
          <ac:spMkLst>
            <pc:docMk/>
            <pc:sldMk cId="1585802322" sldId="257"/>
            <ac:spMk id="3" creationId="{28F7C236-49D5-C81D-6311-33ACFB44EBB4}"/>
          </ac:spMkLst>
        </pc:spChg>
        <pc:picChg chg="mod">
          <ac:chgData name="Rens van Dam" userId="cbbfe1f2-c982-4950-8b62-7b9019e18432" providerId="ADAL" clId="{8C2FC628-89AC-42FE-92D2-DE2170A80C01}" dt="2025-03-27T13:09:34.128" v="73" actId="1076"/>
          <ac:picMkLst>
            <pc:docMk/>
            <pc:sldMk cId="1585802322" sldId="257"/>
            <ac:picMk id="4" creationId="{703BDC7C-695E-02EC-05DD-0BCED7FC39FF}"/>
          </ac:picMkLst>
        </pc:picChg>
        <pc:picChg chg="mod">
          <ac:chgData name="Rens van Dam" userId="cbbfe1f2-c982-4950-8b62-7b9019e18432" providerId="ADAL" clId="{8C2FC628-89AC-42FE-92D2-DE2170A80C01}" dt="2025-03-27T13:09:23.861" v="71" actId="1076"/>
          <ac:picMkLst>
            <pc:docMk/>
            <pc:sldMk cId="1585802322" sldId="257"/>
            <ac:picMk id="6" creationId="{E5E06FBE-E88A-E47F-324A-A149AA33A23A}"/>
          </ac:picMkLst>
        </pc:picChg>
        <pc:picChg chg="mod">
          <ac:chgData name="Rens van Dam" userId="cbbfe1f2-c982-4950-8b62-7b9019e18432" providerId="ADAL" clId="{8C2FC628-89AC-42FE-92D2-DE2170A80C01}" dt="2025-03-27T13:09:06.308" v="30" actId="1076"/>
          <ac:picMkLst>
            <pc:docMk/>
            <pc:sldMk cId="1585802322" sldId="257"/>
            <ac:picMk id="8" creationId="{858ED7EA-A1F6-8D4F-FC47-CA45AD243B6A}"/>
          </ac:picMkLst>
        </pc:picChg>
      </pc:sldChg>
      <pc:sldChg chg="modSp mod">
        <pc:chgData name="Rens van Dam" userId="cbbfe1f2-c982-4950-8b62-7b9019e18432" providerId="ADAL" clId="{8C2FC628-89AC-42FE-92D2-DE2170A80C01}" dt="2025-03-27T13:12:55.476" v="106" actId="20577"/>
        <pc:sldMkLst>
          <pc:docMk/>
          <pc:sldMk cId="560278974" sldId="260"/>
        </pc:sldMkLst>
        <pc:spChg chg="mod">
          <ac:chgData name="Rens van Dam" userId="cbbfe1f2-c982-4950-8b62-7b9019e18432" providerId="ADAL" clId="{8C2FC628-89AC-42FE-92D2-DE2170A80C01}" dt="2025-03-27T13:12:55.476" v="106" actId="20577"/>
          <ac:spMkLst>
            <pc:docMk/>
            <pc:sldMk cId="560278974" sldId="260"/>
            <ac:spMk id="3" creationId="{EBF38335-A9DF-2637-5179-0E98981523FC}"/>
          </ac:spMkLst>
        </pc:spChg>
      </pc:sldChg>
      <pc:sldChg chg="addSp modSp mod modAnim">
        <pc:chgData name="Rens van Dam" userId="cbbfe1f2-c982-4950-8b62-7b9019e18432" providerId="ADAL" clId="{8C2FC628-89AC-42FE-92D2-DE2170A80C01}" dt="2025-03-27T13:29:33.017" v="122"/>
        <pc:sldMkLst>
          <pc:docMk/>
          <pc:sldMk cId="4281008972" sldId="261"/>
        </pc:sldMkLst>
        <pc:spChg chg="add mod">
          <ac:chgData name="Rens van Dam" userId="cbbfe1f2-c982-4950-8b62-7b9019e18432" providerId="ADAL" clId="{8C2FC628-89AC-42FE-92D2-DE2170A80C01}" dt="2025-03-27T13:27:55.469" v="120" actId="14100"/>
          <ac:spMkLst>
            <pc:docMk/>
            <pc:sldMk cId="4281008972" sldId="261"/>
            <ac:spMk id="6" creationId="{31527D0D-F1CD-C91C-E0F6-8AA0EDA1558C}"/>
          </ac:spMkLst>
        </pc:spChg>
        <pc:picChg chg="mod">
          <ac:chgData name="Rens van Dam" userId="cbbfe1f2-c982-4950-8b62-7b9019e18432" providerId="ADAL" clId="{8C2FC628-89AC-42FE-92D2-DE2170A80C01}" dt="2025-03-27T13:27:01.020" v="112" actId="1076"/>
          <ac:picMkLst>
            <pc:docMk/>
            <pc:sldMk cId="4281008972" sldId="261"/>
            <ac:picMk id="5" creationId="{F04C12FA-7CC0-A208-B2C1-D5340F3AB175}"/>
          </ac:picMkLst>
        </pc:picChg>
      </pc:sldChg>
      <pc:sldChg chg="modSp mod">
        <pc:chgData name="Rens van Dam" userId="cbbfe1f2-c982-4950-8b62-7b9019e18432" providerId="ADAL" clId="{8C2FC628-89AC-42FE-92D2-DE2170A80C01}" dt="2025-03-27T13:10:13.391" v="86" actId="20577"/>
        <pc:sldMkLst>
          <pc:docMk/>
          <pc:sldMk cId="696486672" sldId="262"/>
        </pc:sldMkLst>
        <pc:spChg chg="mod">
          <ac:chgData name="Rens van Dam" userId="cbbfe1f2-c982-4950-8b62-7b9019e18432" providerId="ADAL" clId="{8C2FC628-89AC-42FE-92D2-DE2170A80C01}" dt="2025-03-27T13:10:13.391" v="86" actId="20577"/>
          <ac:spMkLst>
            <pc:docMk/>
            <pc:sldMk cId="696486672" sldId="262"/>
            <ac:spMk id="3" creationId="{B58996F7-D934-8E28-EAC1-BE7ED4FBD57A}"/>
          </ac:spMkLst>
        </pc:spChg>
        <pc:picChg chg="mod">
          <ac:chgData name="Rens van Dam" userId="cbbfe1f2-c982-4950-8b62-7b9019e18432" providerId="ADAL" clId="{8C2FC628-89AC-42FE-92D2-DE2170A80C01}" dt="2025-03-27T13:08:06.947" v="26" actId="14100"/>
          <ac:picMkLst>
            <pc:docMk/>
            <pc:sldMk cId="696486672" sldId="262"/>
            <ac:picMk id="5" creationId="{056972F3-F529-BA2A-9038-6E4BE3F497FD}"/>
          </ac:picMkLst>
        </pc:picChg>
      </pc:sldChg>
      <pc:sldChg chg="addSp modSp mod">
        <pc:chgData name="Rens van Dam" userId="cbbfe1f2-c982-4950-8b62-7b9019e18432" providerId="ADAL" clId="{8C2FC628-89AC-42FE-92D2-DE2170A80C01}" dt="2025-03-27T13:21:06.793" v="110" actId="14100"/>
        <pc:sldMkLst>
          <pc:docMk/>
          <pc:sldMk cId="761635277" sldId="263"/>
        </pc:sldMkLst>
        <pc:spChg chg="mod">
          <ac:chgData name="Rens van Dam" userId="cbbfe1f2-c982-4950-8b62-7b9019e18432" providerId="ADAL" clId="{8C2FC628-89AC-42FE-92D2-DE2170A80C01}" dt="2025-03-27T13:07:44.267" v="23" actId="20577"/>
          <ac:spMkLst>
            <pc:docMk/>
            <pc:sldMk cId="761635277" sldId="263"/>
            <ac:spMk id="2" creationId="{ABFFF2ED-C974-1E56-6199-AE866ED98DFD}"/>
          </ac:spMkLst>
        </pc:spChg>
        <pc:picChg chg="add mod">
          <ac:chgData name="Rens van Dam" userId="cbbfe1f2-c982-4950-8b62-7b9019e18432" providerId="ADAL" clId="{8C2FC628-89AC-42FE-92D2-DE2170A80C01}" dt="2025-03-27T13:21:06.793" v="110" actId="14100"/>
          <ac:picMkLst>
            <pc:docMk/>
            <pc:sldMk cId="761635277" sldId="263"/>
            <ac:picMk id="5" creationId="{60FD3349-5D48-BA22-5EB1-A7A6C4D2E76C}"/>
          </ac:picMkLst>
        </pc:picChg>
      </pc:sldChg>
      <pc:sldChg chg="new">
        <pc:chgData name="Rens van Dam" userId="cbbfe1f2-c982-4950-8b62-7b9019e18432" providerId="ADAL" clId="{8C2FC628-89AC-42FE-92D2-DE2170A80C01}" dt="2025-03-27T13:21:41.282" v="111" actId="680"/>
        <pc:sldMkLst>
          <pc:docMk/>
          <pc:sldMk cId="396847155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84CC-ABB8-BA10-DFA1-4899136B8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BBA00-385F-A985-0A45-A3260DA56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AAEA-7709-D9DB-EC7B-4D47A75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5B68-8779-DD8A-0748-2D40716B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BFE33-59AD-130C-2901-9D5C7974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34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3088-4FC3-D2E8-D0C4-FD66CCB5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BF462-BE66-CCA9-F68E-0F4543E3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D26D2-C800-DCF1-A1EB-E28A3808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F05A-0AA3-BBB7-783A-EECEB8AC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55642-BCB9-8E9A-7D24-CDC5ECD15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756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8716-ABFA-EB87-FF55-E4B5F8F2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E879B-9003-E041-0260-FDF636985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C1D22-3EA7-A661-4026-6357D455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38446-2533-EC2A-2893-ACACD63F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6D5F9-736B-65EA-CE6A-A143EB33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658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0D7A-7844-3B23-B5E4-9CF2CEE1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B77A6-7EE1-1D8A-BAF3-480BE9D52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5456D-D339-0DC3-9573-030B37580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DBBB-1287-2D3A-151E-ACC6E4CB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768EE-6E80-9007-8325-A093B1E6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C1FBD-0F59-F71A-63FC-C1B30C978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652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1F76-7CA1-949D-B403-D8F98E02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62B61-FCCB-8728-2F80-078F25838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361A2-0657-0F5F-9AD3-1D2DEC096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0235C3-6204-632B-195D-5F4587700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9CEF2-1C73-20A1-0D4D-5793705ED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3610E6-99F0-50B8-EFF4-977F0D28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C09CB-030B-FD0E-603A-94B0F51B5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2B150-535F-0494-5503-1FAB18F6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27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5B59-05B8-2694-B9B9-237F69AB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9CF28-E6A3-80BF-FB68-21C4FDC0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CCBFF-FFFD-E35C-8BBE-8213CD28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DAABE-6896-E076-8CF1-244C3985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470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016C7-5697-CBEE-47A9-C38FBAA9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718F5-6013-9610-5837-6EC4366F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2B7D0-F858-FBE5-6C51-3602CBF7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9733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73E6-6E74-1A38-E88E-D05D4EBD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5693C-42C3-80E0-730B-374E16E76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911BD-7AA6-3ACF-744A-08243A77F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5379E-6CA6-C7F9-A3EC-E649076B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D6FA5-800D-AB53-2209-D1B8AD29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E903C-BD3D-3547-24B7-B317D512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8240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E23C-64EB-3DF1-1433-2EC996DA1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82027-79E8-6F2B-3E77-FB17F6655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3F072-45D3-1FDE-05DB-7030175B9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C06C5-AFC1-AA3F-5FC6-3D346754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8A4DA-E03A-D9ED-0DEB-8E9EF2DF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1A3A2-D855-9388-569B-F35566DE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813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8B2C-D072-27CF-92E9-F0EC6800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3330E-6FF6-20F1-3739-A6B96AF4E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06563-52E2-1E02-CFCF-5F71457B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8F82-2F7A-6EB6-02C4-A5556073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94357-7405-CEFF-AD85-FC7C5659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8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6C740-AE1F-5774-E0A1-68DF18BED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E314D-3A13-6A24-CDFB-0A1251635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7B27-C12D-C68C-8453-72DDE84B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0C250-1B85-D7FC-6C50-1164EB67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E9D64-28B6-33F9-8982-5921A2E4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398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9238E-5640-26A6-B5C2-FD39C0A1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01F7F-1FF6-CA5D-9B0D-ECC762237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3B193-913F-49AE-AB66-277178377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20D3B-D682-4D39-906D-E16631E954A2}" type="datetimeFigureOut">
              <a:rPr lang="en-NL" smtClean="0"/>
              <a:t>27/03/2025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86FB1-6C70-CACA-64F6-45740E7E3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E948-8B94-6664-6F25-A3DEE203E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20553-FBD5-414B-90EC-DFFF80D87ED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517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C67A-B5BE-4A0E-4604-E09D8CE1B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27-3-25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60258-DEC9-69C9-BAEA-930D0EFDB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781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95B7-1785-7BB6-0DEC-E43AD7A7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time: why no pixel autocoherence?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0962F-CBB2-F1BD-5AB1-297D4757E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C12FA-7CC0-A208-B2C1-D5340F3AB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47" y="1621367"/>
            <a:ext cx="7722905" cy="47598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527D0D-F1CD-C91C-E0F6-8AA0EDA1558C}"/>
              </a:ext>
            </a:extLst>
          </p:cNvPr>
          <p:cNvSpPr/>
          <p:nvPr/>
        </p:nvSpPr>
        <p:spPr>
          <a:xfrm>
            <a:off x="7077274" y="1514126"/>
            <a:ext cx="4883078" cy="51937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100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4FA1-A916-5019-EF1C-CED0DE90A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Dead time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7C236-49D5-C81D-6311-33ACFB44E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dirty="0"/>
              <a:t>To solve: create an updated statistical model and correct the expected bias.</a:t>
            </a:r>
          </a:p>
          <a:p>
            <a:endParaRPr lang="nl-NL" sz="2400" dirty="0"/>
          </a:p>
          <a:p>
            <a:endParaRPr lang="nl-NL" sz="2400" dirty="0"/>
          </a:p>
          <a:p>
            <a:r>
              <a:rPr lang="nl-NL" sz="2400" dirty="0"/>
              <a:t>Below: whole-detector autocoherence</a:t>
            </a:r>
            <a:endParaRPr lang="en-NL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BDC7C-695E-02EC-05DD-0BCED7FC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892" y="3702528"/>
            <a:ext cx="5208025" cy="3155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06FBE-E88A-E47F-324A-A149AA3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0" y="3764851"/>
            <a:ext cx="5184919" cy="3093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8ED7EA-A1F6-8D4F-FC47-CA45AD243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679" y="2230021"/>
            <a:ext cx="746864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0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C64D-ABAB-DA20-7357-78F51069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Emitter intensity	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00EC5-BD1C-E14C-D825-8B2061A48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000" dirty="0"/>
              <a:t>Varied laser intensity from 330kW/cm2 to 0 for the second or third emitter. </a:t>
            </a:r>
          </a:p>
          <a:p>
            <a:r>
              <a:rPr lang="nl-NL" sz="2000" dirty="0"/>
              <a:t>All in center spot</a:t>
            </a:r>
          </a:p>
          <a:p>
            <a:r>
              <a:rPr lang="nl-NL" sz="2000" dirty="0"/>
              <a:t>Relatively insensitive to this: can have more than 50% difference in emitter intensity and still detect, provided absolute intensity is large enough. Here, left with variable optimized k, right with fixed k=2.0092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9A8FB-FFF4-50F4-6333-854D57B4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17" y="3573117"/>
            <a:ext cx="4771443" cy="291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F187D5-20B9-4E56-B8AC-BD71377B3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95" y="3429000"/>
            <a:ext cx="5082450" cy="31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834E-CD6A-BD01-0D10-F23F562C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8322-E2EE-5B94-2B61-184183553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For 3 emitters, with third emitter varied intensity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3EB03-47B5-CE72-1EA7-6FCB310C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03" y="3022600"/>
            <a:ext cx="4881985" cy="3085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4A780B-D529-1D90-F15D-8207D9FB5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1" y="3089052"/>
            <a:ext cx="5080000" cy="309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1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3841C-CEB7-DD59-D6A5-15DE02AB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Second emitter shifting location (x-dir)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8335-A9DF-2637-5179-0E9898152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Magnification: 150x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6E404-C710-AA3E-2BAE-9CCC85C10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1556747"/>
            <a:ext cx="5994399" cy="3744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BA0BFE-E852-1B6E-D2E6-9725A5EE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248" y="5269379"/>
            <a:ext cx="1638709" cy="1526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AFABBD-7572-AD7B-AA23-D806441C1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660" y="5351470"/>
            <a:ext cx="1552158" cy="13930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222C21-A1AC-EF81-5253-C3B348FD54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974"/>
          <a:stretch/>
        </p:blipFill>
        <p:spPr>
          <a:xfrm>
            <a:off x="8291885" y="5299679"/>
            <a:ext cx="1638709" cy="1496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91029C-16EF-3CDD-492B-792FD77DC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0949" y="5269379"/>
            <a:ext cx="1679722" cy="15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0C49-20E3-411B-5FCF-5344C37F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Second emitter shifting location (y-dir)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96F7-D934-8E28-EAC1-BE7ED4FBD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Very similar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972F3-F529-BA2A-9038-6E4BE3F49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41" y="1517904"/>
            <a:ext cx="5829723" cy="376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8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F2ED-C974-1E56-6199-AE866ED9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Second emitter shifting location (diagonal dir)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AA43-27FF-B709-059C-B60687226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D3349-5D48-BA22-5EB1-A7A6C4D2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554074"/>
            <a:ext cx="5976045" cy="37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63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414C-F63E-F409-8D2D-456B6EC3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835A-D328-8C19-F33F-1150BCF95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6847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128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27-3-25</vt:lpstr>
      <vt:lpstr>Last time: why no pixel autocoherence?</vt:lpstr>
      <vt:lpstr>Dead time </vt:lpstr>
      <vt:lpstr>Emitter intensity </vt:lpstr>
      <vt:lpstr>PowerPoint Presentation</vt:lpstr>
      <vt:lpstr>Second emitter shifting location (x-dir)</vt:lpstr>
      <vt:lpstr>Second emitter shifting location (y-dir)</vt:lpstr>
      <vt:lpstr>Second emitter shifting location (diagonal dir)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 van Dam</dc:creator>
  <cp:lastModifiedBy>Rens van Dam</cp:lastModifiedBy>
  <cp:revision>1</cp:revision>
  <dcterms:created xsi:type="dcterms:W3CDTF">2025-03-27T12:20:17Z</dcterms:created>
  <dcterms:modified xsi:type="dcterms:W3CDTF">2025-03-27T14:31:15Z</dcterms:modified>
</cp:coreProperties>
</file>