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3" r:id="rId4"/>
    <p:sldId id="260" r:id="rId5"/>
    <p:sldId id="259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8C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s van Dam" userId="cbbfe1f2-c982-4950-8b62-7b9019e18432" providerId="ADAL" clId="{FB0708F9-0AD5-491E-9458-F3838D042FF6}"/>
    <pc:docChg chg="custSel addSld modSld sldOrd">
      <pc:chgData name="Rens van Dam" userId="cbbfe1f2-c982-4950-8b62-7b9019e18432" providerId="ADAL" clId="{FB0708F9-0AD5-491E-9458-F3838D042FF6}" dt="2025-04-10T08:22:54.835" v="45" actId="20577"/>
      <pc:docMkLst>
        <pc:docMk/>
      </pc:docMkLst>
      <pc:sldChg chg="addSp delSp modSp mod">
        <pc:chgData name="Rens van Dam" userId="cbbfe1f2-c982-4950-8b62-7b9019e18432" providerId="ADAL" clId="{FB0708F9-0AD5-491E-9458-F3838D042FF6}" dt="2025-04-09T17:50:51.597" v="36" actId="20577"/>
        <pc:sldMkLst>
          <pc:docMk/>
          <pc:sldMk cId="2696401306" sldId="260"/>
        </pc:sldMkLst>
      </pc:sldChg>
      <pc:sldChg chg="modSp mod ord">
        <pc:chgData name="Rens van Dam" userId="cbbfe1f2-c982-4950-8b62-7b9019e18432" providerId="ADAL" clId="{FB0708F9-0AD5-491E-9458-F3838D042FF6}" dt="2025-04-10T08:22:54.835" v="45" actId="20577"/>
        <pc:sldMkLst>
          <pc:docMk/>
          <pc:sldMk cId="2385355327" sldId="265"/>
        </pc:sldMkLst>
      </pc:sldChg>
      <pc:sldChg chg="addSp new mod">
        <pc:chgData name="Rens van Dam" userId="cbbfe1f2-c982-4950-8b62-7b9019e18432" providerId="ADAL" clId="{FB0708F9-0AD5-491E-9458-F3838D042FF6}" dt="2025-04-10T07:56:27.961" v="40" actId="22"/>
        <pc:sldMkLst>
          <pc:docMk/>
          <pc:sldMk cId="2217202477" sldId="266"/>
        </pc:sldMkLst>
      </pc:sldChg>
    </pc:docChg>
  </pc:docChgLst>
  <pc:docChgLst>
    <pc:chgData name="Rens van Dam" userId="cbbfe1f2-c982-4950-8b62-7b9019e18432" providerId="ADAL" clId="{94614D42-7A7F-47E6-B36F-ABA6DD8286D3}"/>
    <pc:docChg chg="undo custSel modSld">
      <pc:chgData name="Rens van Dam" userId="cbbfe1f2-c982-4950-8b62-7b9019e18432" providerId="ADAL" clId="{94614D42-7A7F-47E6-B36F-ABA6DD8286D3}" dt="2025-09-18T08:23:31.117" v="3" actId="1076"/>
      <pc:docMkLst>
        <pc:docMk/>
      </pc:docMkLst>
      <pc:sldChg chg="modSp mod">
        <pc:chgData name="Rens van Dam" userId="cbbfe1f2-c982-4950-8b62-7b9019e18432" providerId="ADAL" clId="{94614D42-7A7F-47E6-B36F-ABA6DD8286D3}" dt="2025-09-18T07:43:06.056" v="2" actId="1076"/>
        <pc:sldMkLst>
          <pc:docMk/>
          <pc:sldMk cId="1551672220" sldId="259"/>
        </pc:sldMkLst>
        <pc:picChg chg="mod">
          <ac:chgData name="Rens van Dam" userId="cbbfe1f2-c982-4950-8b62-7b9019e18432" providerId="ADAL" clId="{94614D42-7A7F-47E6-B36F-ABA6DD8286D3}" dt="2025-09-18T07:43:06.056" v="2" actId="1076"/>
          <ac:picMkLst>
            <pc:docMk/>
            <pc:sldMk cId="1551672220" sldId="259"/>
            <ac:picMk id="83" creationId="{BAD922D6-C553-BA6A-E32F-0CE8F9A67A0B}"/>
          </ac:picMkLst>
        </pc:picChg>
      </pc:sldChg>
      <pc:sldChg chg="modSp mod">
        <pc:chgData name="Rens van Dam" userId="cbbfe1f2-c982-4950-8b62-7b9019e18432" providerId="ADAL" clId="{94614D42-7A7F-47E6-B36F-ABA6DD8286D3}" dt="2025-09-18T08:23:31.117" v="3" actId="1076"/>
        <pc:sldMkLst>
          <pc:docMk/>
          <pc:sldMk cId="2696401306" sldId="260"/>
        </pc:sldMkLst>
        <pc:picChg chg="mod">
          <ac:chgData name="Rens van Dam" userId="cbbfe1f2-c982-4950-8b62-7b9019e18432" providerId="ADAL" clId="{94614D42-7A7F-47E6-B36F-ABA6DD8286D3}" dt="2025-09-18T08:23:31.117" v="3" actId="1076"/>
          <ac:picMkLst>
            <pc:docMk/>
            <pc:sldMk cId="2696401306" sldId="260"/>
            <ac:picMk id="59" creationId="{30A995C4-FA1C-6066-0E8F-674078C36CB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ED16B8-ECE1-4F3C-B4A1-EF0DD1C54EB0}" type="datetimeFigureOut">
              <a:rPr lang="en-NL" smtClean="0"/>
              <a:t>18/09/2025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2CEBC-A814-453B-8121-CAE8D0D7A12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13740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Way to large step size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2CEBC-A814-453B-8121-CAE8D0D7A12C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56194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Note: the squares are just for indication; in reality, the PSF’s are not bounded by a square, they just overlap and continue ‘infinitely’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2CEBC-A814-453B-8121-CAE8D0D7A12C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17861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AD36F-444D-F587-A641-2F7E3741D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BEE2BD-EB3E-508B-C140-F95AE56AC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6C8E61-89C5-E595-0643-A0A0BEE4B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Note: the squares are just for indication; in reality, the PSF’s are not bounded by a square, they just overlap and continue ‘infinitely’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9FC2C-2B20-9F28-6495-1524354992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2CEBC-A814-453B-8121-CAE8D0D7A12C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36077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474F2-A909-5B51-D9FB-387458A5E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07B6F8-B5A2-9848-4072-5399443AD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BC19E-A8EB-B771-F77A-A57576497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29121-009E-4AD0-BC2C-0A41D5FB7FCD}" type="datetimeFigureOut">
              <a:rPr lang="en-NL" smtClean="0"/>
              <a:t>18/09/2025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ED140-76FF-DA6D-FEFB-9EC8A0A9D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AA135-E8E7-0411-2483-18DB17E99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5F64D-D7C8-4BA9-ACE2-65C3FF2D34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9892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8BEC3-8B86-8D18-D356-1F988542D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A00A7-A7FB-F880-46CB-6C38AE1DA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08864-9A22-F561-41C8-1261C6A68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29121-009E-4AD0-BC2C-0A41D5FB7FCD}" type="datetimeFigureOut">
              <a:rPr lang="en-NL" smtClean="0"/>
              <a:t>18/09/2025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7DEA6-029C-25BF-3725-245C0CF1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3F1D4-F186-515F-24D8-4637FCAC7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5F64D-D7C8-4BA9-ACE2-65C3FF2D34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78125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1F1EB-FDDA-3F2A-D275-2D78FC556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30E75-6DDC-D9E3-9F4A-799A57E9F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21F96-4452-5FD8-7AF8-FBCFDEB63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29121-009E-4AD0-BC2C-0A41D5FB7FCD}" type="datetimeFigureOut">
              <a:rPr lang="en-NL" smtClean="0"/>
              <a:t>18/09/2025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D02DF-8833-C3AC-7121-22D3DEC7F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8F9AD-0885-2100-53ED-85535857C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5F64D-D7C8-4BA9-ACE2-65C3FF2D34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62973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43702-D8B7-4219-08C6-0CE6B87AF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B374-0D61-3345-DB8E-4A0251BD9C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9AB87-C4D4-210D-926D-A15E5884A1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ABEFE-769A-504D-5413-2510F1D10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29121-009E-4AD0-BC2C-0A41D5FB7FCD}" type="datetimeFigureOut">
              <a:rPr lang="en-NL" smtClean="0"/>
              <a:t>18/09/2025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8CFAB-58EE-3E19-1043-87A71E81C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6B30AA-2DC2-EFBB-235C-00CF09FD4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5F64D-D7C8-4BA9-ACE2-65C3FF2D34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17885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22ECB-0F42-B3C7-6FD8-8081BC222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3BEE28-F68C-0095-5E81-48FBE61E8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C0E1D4-6EB0-6D1B-03C8-D4A9793E5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DFA254-FE55-9D20-0C42-17A9F3BF7D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311E6D-0D93-F631-E34A-A66039ABE5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803A48-ED91-F96D-00D4-2ABE9539C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29121-009E-4AD0-BC2C-0A41D5FB7FCD}" type="datetimeFigureOut">
              <a:rPr lang="en-NL" smtClean="0"/>
              <a:t>18/09/2025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61A2A2-5C9B-BDC1-3652-9C39CB716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902C0-A25D-16E6-3AAC-C0ADA376B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5F64D-D7C8-4BA9-ACE2-65C3FF2D34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31106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C48D2-165F-4238-0EB4-F1466A231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4B381D-0B70-1F52-868B-F4D266291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29121-009E-4AD0-BC2C-0A41D5FB7FCD}" type="datetimeFigureOut">
              <a:rPr lang="en-NL" smtClean="0"/>
              <a:t>18/09/2025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82BBF8-0A4B-3702-0187-A241D20C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FC4278-327F-3DBD-710A-3004B156C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5F64D-D7C8-4BA9-ACE2-65C3FF2D34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24322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08A26C-F8A9-44D2-99F8-7A3A65A0E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29121-009E-4AD0-BC2C-0A41D5FB7FCD}" type="datetimeFigureOut">
              <a:rPr lang="en-NL" smtClean="0"/>
              <a:t>18/09/2025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EE6C9A-4100-3D4C-97F1-9C41B7DF5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22357-29C8-EE4B-A216-4D322DFAF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5F64D-D7C8-4BA9-ACE2-65C3FF2D34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71332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42D9-2E87-686E-B119-9DD0D3FD2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BBAD2-980C-8343-552C-E6A75B727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1B2082-8815-71DD-2A16-A6152FA42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8417F-499E-70A9-A677-0C03642A2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29121-009E-4AD0-BC2C-0A41D5FB7FCD}" type="datetimeFigureOut">
              <a:rPr lang="en-NL" smtClean="0"/>
              <a:t>18/09/2025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C6B377-4B87-E4D2-3762-CDEF4F642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ED50A-D669-713C-BEC7-EEAC53491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5F64D-D7C8-4BA9-ACE2-65C3FF2D34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55373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2F39E-2DAA-EE97-ECD2-2A469BE0E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70F26F-4EA6-ED0E-A121-E3E11FAA0E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6EE599-276D-AE88-6C62-C14129D4C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629D0-44E9-493F-3F7B-8CEC1A5DE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29121-009E-4AD0-BC2C-0A41D5FB7FCD}" type="datetimeFigureOut">
              <a:rPr lang="en-NL" smtClean="0"/>
              <a:t>18/09/2025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3B0C8B-7924-D9B9-3192-C160441A4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E69D4-3046-A114-837B-B9979BC5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5F64D-D7C8-4BA9-ACE2-65C3FF2D34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67851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136FD-F206-8AC1-9922-A6DAB91B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FEF0A-2F70-3C00-FCF2-9A53DFAF6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4D6A9-959F-7E6B-71F6-98C28A83A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29121-009E-4AD0-BC2C-0A41D5FB7FCD}" type="datetimeFigureOut">
              <a:rPr lang="en-NL" smtClean="0"/>
              <a:t>18/09/2025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A17E1-D4CC-4D3D-8846-40E896CE2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7C36C-B62C-A4E2-6F31-4B7B0BED6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5F64D-D7C8-4BA9-ACE2-65C3FF2D34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92022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80F0A4-56BF-F476-455A-A5BC2EC834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454D02-1560-B8EB-9171-AC0611291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B4E3D-4EF7-0DAA-BD2F-0181F1595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29121-009E-4AD0-BC2C-0A41D5FB7FCD}" type="datetimeFigureOut">
              <a:rPr lang="en-NL" smtClean="0"/>
              <a:t>18/09/2025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2AD58-2A7B-369E-7297-477FD4977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AC593-C979-7BDA-287C-92560CA6E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5F64D-D7C8-4BA9-ACE2-65C3FF2D34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90417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5C628F-BD07-97D9-0B59-5362A4DA8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266560-220D-FA8D-5908-51A762806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E4345-3CC5-FB49-F0C9-9021A2E9EB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E29121-009E-4AD0-BC2C-0A41D5FB7FCD}" type="datetimeFigureOut">
              <a:rPr lang="en-NL" smtClean="0"/>
              <a:t>18/09/2025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36A77-CBDC-C418-0135-9790E3595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F10EF-5D55-1FE8-BB51-8D0F5701D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75F64D-D7C8-4BA9-ACE2-65C3FF2D34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8845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1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8.png"/><Relationship Id="rId10" Type="http://schemas.openxmlformats.org/officeDocument/2006/relationships/image" Target="../media/image18.png"/><Relationship Id="rId4" Type="http://schemas.microsoft.com/office/2007/relationships/hdphoto" Target="../media/hdphoto1.wdp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1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8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microsoft.com/office/2007/relationships/hdphoto" Target="../media/hdphoto1.wdp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C6FA-E9E2-9CCA-772C-57908BE501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28EB5-F10C-41D1-A33C-9AD3CF3DD4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01414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E5FCC-F800-BA69-F74B-9B77FF752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31DE0-323A-2CCE-84C6-43927E18A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2FC448-578F-DCB2-8F9E-6FEDBDB87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33" y="3047999"/>
            <a:ext cx="5232219" cy="31289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7321B4-0330-9286-6BD5-62126A8435EC}"/>
              </a:ext>
            </a:extLst>
          </p:cNvPr>
          <p:cNvSpPr txBox="1"/>
          <p:nvPr/>
        </p:nvSpPr>
        <p:spPr>
          <a:xfrm>
            <a:off x="2321559" y="1619656"/>
            <a:ext cx="2050627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dirty="0"/>
              <a:t>2 emitters</a:t>
            </a:r>
          </a:p>
          <a:p>
            <a:r>
              <a:rPr lang="nl-NL" dirty="0"/>
              <a:t>330kw/cm2</a:t>
            </a:r>
          </a:p>
          <a:p>
            <a:r>
              <a:rPr lang="nl-NL" dirty="0"/>
              <a:t>Det eff. 1</a:t>
            </a:r>
          </a:p>
          <a:p>
            <a:r>
              <a:rPr lang="nl-NL" dirty="0"/>
              <a:t>Dead time 50 ns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E18C21-3F3D-524C-DAD8-4215F4628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0" y="3047999"/>
            <a:ext cx="5201920" cy="29391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0A5429-5FCC-C9D6-0CB5-044F59BDB624}"/>
              </a:ext>
            </a:extLst>
          </p:cNvPr>
          <p:cNvSpPr txBox="1"/>
          <p:nvPr/>
        </p:nvSpPr>
        <p:spPr>
          <a:xfrm>
            <a:off x="8028093" y="1619655"/>
            <a:ext cx="2050627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dirty="0"/>
              <a:t>2 emitters</a:t>
            </a:r>
          </a:p>
          <a:p>
            <a:r>
              <a:rPr lang="nl-NL" dirty="0"/>
              <a:t>330kw/cm2</a:t>
            </a:r>
          </a:p>
          <a:p>
            <a:r>
              <a:rPr lang="nl-NL" dirty="0"/>
              <a:t>Det eff. 0.2</a:t>
            </a:r>
          </a:p>
          <a:p>
            <a:r>
              <a:rPr lang="nl-NL" dirty="0"/>
              <a:t>Dead time 50 ns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241249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AEDF3-9D2B-FBC1-650B-D70EF81D7A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Scanning algorithm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3F96B2-8CDA-1CE0-387C-98527C1190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Next slides: no noise factors, no dead time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83835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7C2CB-FCDD-A90A-68A0-01AC75F8E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>
            <a:extLst>
              <a:ext uri="{FF2B5EF4-FFF2-40B4-BE49-F238E27FC236}">
                <a16:creationId xmlns:a16="http://schemas.microsoft.com/office/drawing/2014/main" id="{78A33820-E815-7937-60FA-8FE4B178B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827" y="3175618"/>
            <a:ext cx="903100" cy="90310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C9252E5-20C3-1E2C-E4E7-5E02A1AACF01}"/>
              </a:ext>
            </a:extLst>
          </p:cNvPr>
          <p:cNvGrpSpPr/>
          <p:nvPr/>
        </p:nvGrpSpPr>
        <p:grpSpPr>
          <a:xfrm>
            <a:off x="1027609" y="1935836"/>
            <a:ext cx="2769884" cy="2808543"/>
            <a:chOff x="981062" y="1914399"/>
            <a:chExt cx="2769884" cy="280854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DDA63C9-8E81-C05D-25A0-B60B8A761E33}"/>
                </a:ext>
              </a:extLst>
            </p:cNvPr>
            <p:cNvSpPr/>
            <p:nvPr/>
          </p:nvSpPr>
          <p:spPr>
            <a:xfrm>
              <a:off x="1560576" y="2517648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125F622-CD32-4EDD-96E4-0D8492DB0AFD}"/>
                </a:ext>
              </a:extLst>
            </p:cNvPr>
            <p:cNvSpPr/>
            <p:nvPr/>
          </p:nvSpPr>
          <p:spPr>
            <a:xfrm>
              <a:off x="2109978" y="2517648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6213F5E-56AA-1B02-4E4C-26C6108131F6}"/>
                </a:ext>
              </a:extLst>
            </p:cNvPr>
            <p:cNvSpPr/>
            <p:nvPr/>
          </p:nvSpPr>
          <p:spPr>
            <a:xfrm>
              <a:off x="2659380" y="2517648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67F8543-8B44-38C8-FDCD-233AF181CBA8}"/>
                </a:ext>
              </a:extLst>
            </p:cNvPr>
            <p:cNvSpPr/>
            <p:nvPr/>
          </p:nvSpPr>
          <p:spPr>
            <a:xfrm>
              <a:off x="2659380" y="3067050"/>
              <a:ext cx="549402" cy="549402"/>
            </a:xfrm>
            <a:prstGeom prst="rect">
              <a:avLst/>
            </a:prstGeom>
            <a:noFill/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0EAA7A4-2520-CD61-69A2-229D5D169819}"/>
                </a:ext>
              </a:extLst>
            </p:cNvPr>
            <p:cNvSpPr/>
            <p:nvPr/>
          </p:nvSpPr>
          <p:spPr>
            <a:xfrm>
              <a:off x="2109978" y="3067050"/>
              <a:ext cx="549402" cy="549402"/>
            </a:xfrm>
            <a:prstGeom prst="rect">
              <a:avLst/>
            </a:prstGeom>
            <a:noFill/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101BA9B-33B5-0BE2-A5E4-99C75D33C167}"/>
                </a:ext>
              </a:extLst>
            </p:cNvPr>
            <p:cNvSpPr/>
            <p:nvPr/>
          </p:nvSpPr>
          <p:spPr>
            <a:xfrm>
              <a:off x="1560576" y="3067050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27F0CE4-7E4B-84E5-33D9-E9C73C27CF89}"/>
                </a:ext>
              </a:extLst>
            </p:cNvPr>
            <p:cNvSpPr/>
            <p:nvPr/>
          </p:nvSpPr>
          <p:spPr>
            <a:xfrm>
              <a:off x="2639603" y="3616448"/>
              <a:ext cx="549402" cy="549402"/>
            </a:xfrm>
            <a:prstGeom prst="rect">
              <a:avLst/>
            </a:prstGeom>
            <a:noFill/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33C50CB-1A94-F0C1-9557-E5B54E870303}"/>
                </a:ext>
              </a:extLst>
            </p:cNvPr>
            <p:cNvSpPr/>
            <p:nvPr/>
          </p:nvSpPr>
          <p:spPr>
            <a:xfrm>
              <a:off x="2100106" y="3616448"/>
              <a:ext cx="549402" cy="549402"/>
            </a:xfrm>
            <a:prstGeom prst="rect">
              <a:avLst/>
            </a:prstGeom>
            <a:noFill/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5B5F85C-2015-9F5E-3D02-602EB12E792E}"/>
                </a:ext>
              </a:extLst>
            </p:cNvPr>
            <p:cNvSpPr/>
            <p:nvPr/>
          </p:nvSpPr>
          <p:spPr>
            <a:xfrm>
              <a:off x="1560576" y="3616452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CF8C4690-8151-BB1F-5CF1-FC589EE59D43}"/>
                    </a:ext>
                  </a:extLst>
                </p:cNvPr>
                <p:cNvSpPr txBox="1"/>
                <p:nvPr/>
              </p:nvSpPr>
              <p:spPr>
                <a:xfrm>
                  <a:off x="1655890" y="2638460"/>
                  <a:ext cx="35877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NL" sz="14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CF8C4690-8151-BB1F-5CF1-FC589EE59D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890" y="2638460"/>
                  <a:ext cx="358775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187E668-DB29-8AFE-4275-ED22E6BF089B}"/>
                    </a:ext>
                  </a:extLst>
                </p:cNvPr>
                <p:cNvSpPr txBox="1"/>
                <p:nvPr/>
              </p:nvSpPr>
              <p:spPr>
                <a:xfrm>
                  <a:off x="2042922" y="2638461"/>
                  <a:ext cx="6835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NL" sz="14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187E668-DB29-8AFE-4275-ED22E6BF08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2922" y="2638461"/>
                  <a:ext cx="683513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7CDAD119-6A62-138A-266B-51D9E94D2937}"/>
                    </a:ext>
                  </a:extLst>
                </p:cNvPr>
                <p:cNvSpPr txBox="1"/>
                <p:nvPr/>
              </p:nvSpPr>
              <p:spPr>
                <a:xfrm>
                  <a:off x="981062" y="3412821"/>
                  <a:ext cx="3587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7CDAD119-6A62-138A-266B-51D9E94D29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062" y="3412821"/>
                  <a:ext cx="358775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147CE4A-49A4-F12D-5C4F-D562AE577F8C}"/>
                </a:ext>
              </a:extLst>
            </p:cNvPr>
            <p:cNvCxnSpPr>
              <a:cxnSpLocks/>
            </p:cNvCxnSpPr>
            <p:nvPr/>
          </p:nvCxnSpPr>
          <p:spPr>
            <a:xfrm>
              <a:off x="1573466" y="2294748"/>
              <a:ext cx="217186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9882038-C9E4-F537-526A-0C3A5804B3BE}"/>
                </a:ext>
              </a:extLst>
            </p:cNvPr>
            <p:cNvCxnSpPr>
              <a:cxnSpLocks/>
            </p:cNvCxnSpPr>
            <p:nvPr/>
          </p:nvCxnSpPr>
          <p:spPr>
            <a:xfrm>
              <a:off x="1363854" y="2525340"/>
              <a:ext cx="0" cy="219760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8D08A386-5ECE-A788-5080-AF7CA466542C}"/>
                    </a:ext>
                  </a:extLst>
                </p:cNvPr>
                <p:cNvSpPr txBox="1"/>
                <p:nvPr/>
              </p:nvSpPr>
              <p:spPr>
                <a:xfrm>
                  <a:off x="2479992" y="1914399"/>
                  <a:ext cx="3587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8D08A386-5ECE-A788-5080-AF7CA46654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9992" y="1914399"/>
                  <a:ext cx="358775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8B1DA8C-71DA-3AD1-EC31-193443EF399C}"/>
                </a:ext>
              </a:extLst>
            </p:cNvPr>
            <p:cNvSpPr/>
            <p:nvPr/>
          </p:nvSpPr>
          <p:spPr>
            <a:xfrm>
              <a:off x="3195926" y="2517646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B492F5D-96AF-5BCB-B615-E3BDEB5273AB}"/>
                </a:ext>
              </a:extLst>
            </p:cNvPr>
            <p:cNvSpPr/>
            <p:nvPr/>
          </p:nvSpPr>
          <p:spPr>
            <a:xfrm>
              <a:off x="3201544" y="3074739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7C414E3-3F18-EDE4-15CE-F99A1209284D}"/>
                </a:ext>
              </a:extLst>
            </p:cNvPr>
            <p:cNvSpPr/>
            <p:nvPr/>
          </p:nvSpPr>
          <p:spPr>
            <a:xfrm>
              <a:off x="3195926" y="3616446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86F962E-F35C-6653-66B0-C26DA700CF4E}"/>
                </a:ext>
              </a:extLst>
            </p:cNvPr>
            <p:cNvSpPr/>
            <p:nvPr/>
          </p:nvSpPr>
          <p:spPr>
            <a:xfrm>
              <a:off x="1560576" y="4165854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80EB292-F9CC-44A3-307B-ED1C7CB77306}"/>
                </a:ext>
              </a:extLst>
            </p:cNvPr>
            <p:cNvSpPr/>
            <p:nvPr/>
          </p:nvSpPr>
          <p:spPr>
            <a:xfrm>
              <a:off x="2112645" y="4165854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1181946-EE40-BC1E-7FF1-B4293C158941}"/>
                </a:ext>
              </a:extLst>
            </p:cNvPr>
            <p:cNvSpPr/>
            <p:nvPr/>
          </p:nvSpPr>
          <p:spPr>
            <a:xfrm>
              <a:off x="2652142" y="4165852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634E2E6-6E82-280C-CD59-CE2F63A47B50}"/>
                </a:ext>
              </a:extLst>
            </p:cNvPr>
            <p:cNvSpPr/>
            <p:nvPr/>
          </p:nvSpPr>
          <p:spPr>
            <a:xfrm>
              <a:off x="3196242" y="4165848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pic>
        <p:nvPicPr>
          <p:cNvPr id="59" name="Picture 58">
            <a:extLst>
              <a:ext uri="{FF2B5EF4-FFF2-40B4-BE49-F238E27FC236}">
                <a16:creationId xmlns:a16="http://schemas.microsoft.com/office/drawing/2014/main" id="{30A995C4-FA1C-6066-0E8F-674078C36CB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3184" t="22260" r="20480" b="20678"/>
          <a:stretch/>
        </p:blipFill>
        <p:spPr>
          <a:xfrm>
            <a:off x="6096000" y="5049515"/>
            <a:ext cx="1654139" cy="16554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945F9C-F2F9-34F2-A7D7-B522C4DDD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B2E8BAB-85AE-F32E-1AE4-A9CD0A18C431}"/>
              </a:ext>
            </a:extLst>
          </p:cNvPr>
          <p:cNvCxnSpPr>
            <a:cxnSpLocks/>
          </p:cNvCxnSpPr>
          <p:nvPr/>
        </p:nvCxnSpPr>
        <p:spPr>
          <a:xfrm flipV="1">
            <a:off x="2109978" y="2517648"/>
            <a:ext cx="2406778" cy="56479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CD029E62-61D2-02EC-2317-4F1889768B7A}"/>
              </a:ext>
            </a:extLst>
          </p:cNvPr>
          <p:cNvSpPr/>
          <p:nvPr/>
        </p:nvSpPr>
        <p:spPr>
          <a:xfrm>
            <a:off x="4523994" y="2517648"/>
            <a:ext cx="1648206" cy="1648206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1793BD1-4B1A-35F9-5F51-F493EA380EDE}"/>
              </a:ext>
            </a:extLst>
          </p:cNvPr>
          <p:cNvCxnSpPr>
            <a:cxnSpLocks/>
          </p:cNvCxnSpPr>
          <p:nvPr/>
        </p:nvCxnSpPr>
        <p:spPr>
          <a:xfrm>
            <a:off x="2117216" y="3631840"/>
            <a:ext cx="2406778" cy="53401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D61C5A8-7CB6-A2E4-F633-33656BE4633C}"/>
              </a:ext>
            </a:extLst>
          </p:cNvPr>
          <p:cNvCxnSpPr/>
          <p:nvPr/>
        </p:nvCxnSpPr>
        <p:spPr>
          <a:xfrm>
            <a:off x="4523994" y="2296476"/>
            <a:ext cx="166414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8CE9799-279C-AD35-BED2-7F9568382772}"/>
                  </a:ext>
                </a:extLst>
              </p:cNvPr>
              <p:cNvSpPr txBox="1"/>
              <p:nvPr/>
            </p:nvSpPr>
            <p:spPr>
              <a:xfrm>
                <a:off x="5155818" y="1893900"/>
                <a:ext cx="3587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8CE9799-279C-AD35-BED2-7F9568382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5818" y="1893900"/>
                <a:ext cx="35877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FD2381F-3C7B-CBF5-B1D1-00C80A72A55B}"/>
                  </a:ext>
                </a:extLst>
              </p:cNvPr>
              <p:cNvSpPr txBox="1"/>
              <p:nvPr/>
            </p:nvSpPr>
            <p:spPr>
              <a:xfrm>
                <a:off x="6455410" y="3155442"/>
                <a:ext cx="3587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FD2381F-3C7B-CBF5-B1D1-00C80A72A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5410" y="3155442"/>
                <a:ext cx="35877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0FA759B-8656-40AF-7085-BF0C64B8D252}"/>
              </a:ext>
            </a:extLst>
          </p:cNvPr>
          <p:cNvCxnSpPr>
            <a:cxnSpLocks/>
          </p:cNvCxnSpPr>
          <p:nvPr/>
        </p:nvCxnSpPr>
        <p:spPr>
          <a:xfrm>
            <a:off x="6455410" y="2517648"/>
            <a:ext cx="0" cy="164820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522DD03-5352-9FCA-1402-57545EE44176}"/>
                  </a:ext>
                </a:extLst>
              </p:cNvPr>
              <p:cNvSpPr txBox="1"/>
              <p:nvPr/>
            </p:nvSpPr>
            <p:spPr>
              <a:xfrm>
                <a:off x="7855612" y="5049515"/>
                <a:ext cx="4037201" cy="147732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nl-NL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nl-NL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=0.25 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=250 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𝑛𝑚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nl-NL" b="0" dirty="0"/>
              </a:p>
              <a:p>
                <a:r>
                  <a:rPr lang="nl-NL" b="0" dirty="0"/>
                  <a:t>Laser beamwaist: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=0.3 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nl-NL" dirty="0"/>
                  <a:t>;</a:t>
                </a:r>
              </a:p>
              <a:p>
                <a:r>
                  <a:rPr lang="nl-NL" dirty="0"/>
                  <a:t>Emitter PSF: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=0.166 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nl-NL" dirty="0"/>
              </a:p>
              <a:p>
                <a:r>
                  <a:rPr lang="nl-NL" dirty="0"/>
                  <a:t>Magnification: 150x</a:t>
                </a:r>
                <a:endParaRPr lang="en-NL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522DD03-5352-9FCA-1402-57545EE44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5612" y="5049515"/>
                <a:ext cx="4037201" cy="1477328"/>
              </a:xfrm>
              <a:prstGeom prst="rect">
                <a:avLst/>
              </a:prstGeom>
              <a:blipFill>
                <a:blip r:embed="rId11"/>
                <a:stretch>
                  <a:fillRect l="-1203" b="-4878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5694CA21-16E8-CAC3-DBFE-DE54A056251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85277" y="1114558"/>
            <a:ext cx="4558563" cy="3622129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87875C4-33D8-C1C7-199F-282A7A8D1724}"/>
              </a:ext>
            </a:extLst>
          </p:cNvPr>
          <p:cNvCxnSpPr>
            <a:cxnSpLocks/>
          </p:cNvCxnSpPr>
          <p:nvPr/>
        </p:nvCxnSpPr>
        <p:spPr>
          <a:xfrm>
            <a:off x="1834325" y="4887084"/>
            <a:ext cx="56737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70F7883-D4D0-F1A8-8278-78F8504FB5AA}"/>
                  </a:ext>
                </a:extLst>
              </p:cNvPr>
              <p:cNvSpPr txBox="1"/>
              <p:nvPr/>
            </p:nvSpPr>
            <p:spPr>
              <a:xfrm>
                <a:off x="1863534" y="4864849"/>
                <a:ext cx="3587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nl-NL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70F7883-D4D0-F1A8-8278-78F8504FB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3534" y="4864849"/>
                <a:ext cx="358775" cy="369332"/>
              </a:xfrm>
              <a:prstGeom prst="rect">
                <a:avLst/>
              </a:prstGeom>
              <a:blipFill>
                <a:blip r:embed="rId13"/>
                <a:stretch>
                  <a:fillRect r="-15254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E8E2AFCF-0A4B-CF96-C34D-471A36741235}"/>
              </a:ext>
            </a:extLst>
          </p:cNvPr>
          <p:cNvSpPr txBox="1"/>
          <p:nvPr/>
        </p:nvSpPr>
        <p:spPr>
          <a:xfrm>
            <a:off x="4542581" y="4308097"/>
            <a:ext cx="1648206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nl-NL" sz="1400" dirty="0"/>
              <a:t>Laser gaussian</a:t>
            </a:r>
            <a:endParaRPr lang="en-NL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DFD5BC-83E6-051F-771F-39F38C5C520D}"/>
              </a:ext>
            </a:extLst>
          </p:cNvPr>
          <p:cNvSpPr txBox="1"/>
          <p:nvPr/>
        </p:nvSpPr>
        <p:spPr>
          <a:xfrm>
            <a:off x="3663214" y="5699847"/>
            <a:ext cx="1648206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nl-NL" sz="1400" dirty="0"/>
              <a:t>Fluorophore PSF</a:t>
            </a:r>
            <a:endParaRPr lang="en-NL" sz="1400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EB42A79-2F84-7721-9DA0-95A64209C599}"/>
              </a:ext>
            </a:extLst>
          </p:cNvPr>
          <p:cNvCxnSpPr>
            <a:cxnSpLocks/>
          </p:cNvCxnSpPr>
          <p:nvPr/>
        </p:nvCxnSpPr>
        <p:spPr>
          <a:xfrm flipH="1" flipV="1">
            <a:off x="3031254" y="4045598"/>
            <a:ext cx="1456063" cy="16382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6401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82">
            <a:extLst>
              <a:ext uri="{FF2B5EF4-FFF2-40B4-BE49-F238E27FC236}">
                <a16:creationId xmlns:a16="http://schemas.microsoft.com/office/drawing/2014/main" id="{BAD922D6-C553-BA6A-E32F-0CE8F9A67A0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39603" y="285450"/>
            <a:ext cx="6269876" cy="62871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A80C9DD3-2F4F-4559-CF46-B52FAB8923E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584" t="36671" r="37380" b="35126"/>
          <a:stretch/>
        </p:blipFill>
        <p:spPr>
          <a:xfrm>
            <a:off x="4810180" y="2813113"/>
            <a:ext cx="1655030" cy="1648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83DCDB-2888-C75C-A285-2A5FB0F47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BE8197-E1E0-F8B2-0347-5FD1A6B277D7}"/>
              </a:ext>
            </a:extLst>
          </p:cNvPr>
          <p:cNvSpPr/>
          <p:nvPr/>
        </p:nvSpPr>
        <p:spPr>
          <a:xfrm>
            <a:off x="4792280" y="2823643"/>
            <a:ext cx="1648206" cy="1648206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BCC3553-2636-D707-DE75-CD12E05D5ACB}"/>
              </a:ext>
            </a:extLst>
          </p:cNvPr>
          <p:cNvCxnSpPr/>
          <p:nvPr/>
        </p:nvCxnSpPr>
        <p:spPr>
          <a:xfrm>
            <a:off x="4792280" y="2602471"/>
            <a:ext cx="166414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402D4AC-FE6E-0AEC-02BE-62AEA61529FF}"/>
                  </a:ext>
                </a:extLst>
              </p:cNvPr>
              <p:cNvSpPr txBox="1"/>
              <p:nvPr/>
            </p:nvSpPr>
            <p:spPr>
              <a:xfrm>
                <a:off x="5424104" y="2199895"/>
                <a:ext cx="3587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402D4AC-FE6E-0AEC-02BE-62AEA6152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104" y="2199895"/>
                <a:ext cx="35877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01BCCA7-0DED-B1E0-C74D-E7D108624551}"/>
                  </a:ext>
                </a:extLst>
              </p:cNvPr>
              <p:cNvSpPr txBox="1"/>
              <p:nvPr/>
            </p:nvSpPr>
            <p:spPr>
              <a:xfrm>
                <a:off x="6753210" y="3463080"/>
                <a:ext cx="3587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01BCCA7-0DED-B1E0-C74D-E7D108624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3210" y="3463080"/>
                <a:ext cx="35877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38AF9A5-9293-2ADD-0085-565012875B4F}"/>
              </a:ext>
            </a:extLst>
          </p:cNvPr>
          <p:cNvCxnSpPr>
            <a:cxnSpLocks/>
          </p:cNvCxnSpPr>
          <p:nvPr/>
        </p:nvCxnSpPr>
        <p:spPr>
          <a:xfrm>
            <a:off x="6723696" y="2823643"/>
            <a:ext cx="0" cy="164820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C15ABA0-3215-9CB7-05DE-703654A4D8AA}"/>
              </a:ext>
            </a:extLst>
          </p:cNvPr>
          <p:cNvCxnSpPr>
            <a:cxnSpLocks/>
          </p:cNvCxnSpPr>
          <p:nvPr/>
        </p:nvCxnSpPr>
        <p:spPr>
          <a:xfrm>
            <a:off x="1834325" y="4887084"/>
            <a:ext cx="56737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0AA0053-CAEC-218C-C4F0-5EA6DD8E5CB7}"/>
                  </a:ext>
                </a:extLst>
              </p:cNvPr>
              <p:cNvSpPr txBox="1"/>
              <p:nvPr/>
            </p:nvSpPr>
            <p:spPr>
              <a:xfrm>
                <a:off x="1863534" y="4864849"/>
                <a:ext cx="3587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nl-NL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0AA0053-CAEC-218C-C4F0-5EA6DD8E5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3534" y="4864849"/>
                <a:ext cx="358775" cy="369332"/>
              </a:xfrm>
              <a:prstGeom prst="rect">
                <a:avLst/>
              </a:prstGeom>
              <a:blipFill>
                <a:blip r:embed="rId8"/>
                <a:stretch>
                  <a:fillRect r="-15254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AA17F50-DDE3-E267-20EA-6EC41CB1D257}"/>
                  </a:ext>
                </a:extLst>
              </p:cNvPr>
              <p:cNvSpPr txBox="1"/>
              <p:nvPr/>
            </p:nvSpPr>
            <p:spPr>
              <a:xfrm>
                <a:off x="7772373" y="5095222"/>
                <a:ext cx="4037201" cy="147732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nl-NL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nl-NL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=0.05 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=50 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𝑛𝑚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nl-NL" b="0" dirty="0"/>
              </a:p>
              <a:p>
                <a:r>
                  <a:rPr lang="nl-NL" b="0" dirty="0"/>
                  <a:t>Laser beam waist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 2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=0.3 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nl-NL" dirty="0"/>
                  <a:t>;</a:t>
                </a:r>
              </a:p>
              <a:p>
                <a:r>
                  <a:rPr lang="nl-NL" dirty="0"/>
                  <a:t>Emitter PSF: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=0.166 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nl-NL" dirty="0"/>
              </a:p>
              <a:p>
                <a:r>
                  <a:rPr lang="nl-NL" dirty="0"/>
                  <a:t>Magnification: 150x</a:t>
                </a:r>
                <a:endParaRPr lang="en-NL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AA17F50-DDE3-E267-20EA-6EC41CB1D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373" y="5095222"/>
                <a:ext cx="4037201" cy="1477328"/>
              </a:xfrm>
              <a:prstGeom prst="rect">
                <a:avLst/>
              </a:prstGeom>
              <a:blipFill>
                <a:blip r:embed="rId9"/>
                <a:stretch>
                  <a:fillRect l="-1203" b="-530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17E522DB-B01B-2B01-AB3C-3CAED8A86B6C}"/>
              </a:ext>
            </a:extLst>
          </p:cNvPr>
          <p:cNvGrpSpPr/>
          <p:nvPr/>
        </p:nvGrpSpPr>
        <p:grpSpPr>
          <a:xfrm>
            <a:off x="981062" y="1914399"/>
            <a:ext cx="2769884" cy="2808543"/>
            <a:chOff x="981062" y="1914399"/>
            <a:chExt cx="2769884" cy="280854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1EA5ABF-D6CE-8EAB-BCF2-3E84243BA9B5}"/>
                </a:ext>
              </a:extLst>
            </p:cNvPr>
            <p:cNvSpPr/>
            <p:nvPr/>
          </p:nvSpPr>
          <p:spPr>
            <a:xfrm>
              <a:off x="1560576" y="2517648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9523802-FF8E-63DE-61FC-3D1E3CA45135}"/>
                </a:ext>
              </a:extLst>
            </p:cNvPr>
            <p:cNvSpPr/>
            <p:nvPr/>
          </p:nvSpPr>
          <p:spPr>
            <a:xfrm>
              <a:off x="2109978" y="2517648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E892C6E-56B8-B49E-0722-CE2C6A407A45}"/>
                </a:ext>
              </a:extLst>
            </p:cNvPr>
            <p:cNvSpPr/>
            <p:nvPr/>
          </p:nvSpPr>
          <p:spPr>
            <a:xfrm>
              <a:off x="2659380" y="2517648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2645278-09D9-B575-E9C9-AAA5B5FAAEBE}"/>
                </a:ext>
              </a:extLst>
            </p:cNvPr>
            <p:cNvSpPr/>
            <p:nvPr/>
          </p:nvSpPr>
          <p:spPr>
            <a:xfrm>
              <a:off x="2659380" y="3067050"/>
              <a:ext cx="549402" cy="549402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542B78-FC5E-909C-409A-ABDF834527EC}"/>
                </a:ext>
              </a:extLst>
            </p:cNvPr>
            <p:cNvSpPr/>
            <p:nvPr/>
          </p:nvSpPr>
          <p:spPr>
            <a:xfrm>
              <a:off x="2109978" y="3067050"/>
              <a:ext cx="549402" cy="549402"/>
            </a:xfrm>
            <a:prstGeom prst="rect">
              <a:avLst/>
            </a:prstGeom>
            <a:noFill/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4AEFDF1-C9D6-4D51-0F80-D9A242B868EA}"/>
                </a:ext>
              </a:extLst>
            </p:cNvPr>
            <p:cNvSpPr/>
            <p:nvPr/>
          </p:nvSpPr>
          <p:spPr>
            <a:xfrm>
              <a:off x="1560576" y="3067050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F474F22-2256-7B20-CD65-1DD464190586}"/>
                </a:ext>
              </a:extLst>
            </p:cNvPr>
            <p:cNvSpPr/>
            <p:nvPr/>
          </p:nvSpPr>
          <p:spPr>
            <a:xfrm>
              <a:off x="2639603" y="3616448"/>
              <a:ext cx="549402" cy="549402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EC023E-9B9F-C66D-19BA-420C4F074BB2}"/>
                </a:ext>
              </a:extLst>
            </p:cNvPr>
            <p:cNvSpPr/>
            <p:nvPr/>
          </p:nvSpPr>
          <p:spPr>
            <a:xfrm>
              <a:off x="2100106" y="3616448"/>
              <a:ext cx="549402" cy="549402"/>
            </a:xfrm>
            <a:prstGeom prst="rect">
              <a:avLst/>
            </a:prstGeom>
            <a:noFill/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05AF4CD-1E32-F5C1-C030-416B07F0D5D1}"/>
                </a:ext>
              </a:extLst>
            </p:cNvPr>
            <p:cNvSpPr/>
            <p:nvPr/>
          </p:nvSpPr>
          <p:spPr>
            <a:xfrm>
              <a:off x="1560576" y="3616452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1EEDB99-3817-EE76-B4F7-8935210414A3}"/>
                    </a:ext>
                  </a:extLst>
                </p:cNvPr>
                <p:cNvSpPr txBox="1"/>
                <p:nvPr/>
              </p:nvSpPr>
              <p:spPr>
                <a:xfrm>
                  <a:off x="1655890" y="2638460"/>
                  <a:ext cx="35877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NL" sz="1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1EEDB99-3817-EE76-B4F7-8935210414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890" y="2638460"/>
                  <a:ext cx="358775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F8C3195-3238-48DA-CE2F-F9804A26BE39}"/>
                    </a:ext>
                  </a:extLst>
                </p:cNvPr>
                <p:cNvSpPr txBox="1"/>
                <p:nvPr/>
              </p:nvSpPr>
              <p:spPr>
                <a:xfrm>
                  <a:off x="2042922" y="2638461"/>
                  <a:ext cx="6835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NL" sz="14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F8C3195-3238-48DA-CE2F-F9804A26BE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2922" y="2638461"/>
                  <a:ext cx="683513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BE2D91A-B710-C0F7-D2E0-C3236768A7EA}"/>
                    </a:ext>
                  </a:extLst>
                </p:cNvPr>
                <p:cNvSpPr txBox="1"/>
                <p:nvPr/>
              </p:nvSpPr>
              <p:spPr>
                <a:xfrm>
                  <a:off x="981062" y="3412821"/>
                  <a:ext cx="3587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BE2D91A-B710-C0F7-D2E0-C3236768A7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062" y="3412821"/>
                  <a:ext cx="358775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03459A2-ACA2-3D88-875D-A2F225C6B3E0}"/>
                </a:ext>
              </a:extLst>
            </p:cNvPr>
            <p:cNvCxnSpPr>
              <a:cxnSpLocks/>
            </p:cNvCxnSpPr>
            <p:nvPr/>
          </p:nvCxnSpPr>
          <p:spPr>
            <a:xfrm>
              <a:off x="1573466" y="2294748"/>
              <a:ext cx="217186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51830DF-7A2B-9373-3817-5BD54016F5B1}"/>
                </a:ext>
              </a:extLst>
            </p:cNvPr>
            <p:cNvCxnSpPr>
              <a:cxnSpLocks/>
            </p:cNvCxnSpPr>
            <p:nvPr/>
          </p:nvCxnSpPr>
          <p:spPr>
            <a:xfrm>
              <a:off x="1363854" y="2525340"/>
              <a:ext cx="0" cy="219760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DDF91ED-41F3-6175-4F38-21B91390B9E0}"/>
                    </a:ext>
                  </a:extLst>
                </p:cNvPr>
                <p:cNvSpPr txBox="1"/>
                <p:nvPr/>
              </p:nvSpPr>
              <p:spPr>
                <a:xfrm>
                  <a:off x="2479992" y="1914399"/>
                  <a:ext cx="3587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DDF91ED-41F3-6175-4F38-21B91390B9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9992" y="1914399"/>
                  <a:ext cx="358775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718D117E-50A3-1A96-D704-D99C3B8F0534}"/>
                </a:ext>
              </a:extLst>
            </p:cNvPr>
            <p:cNvSpPr/>
            <p:nvPr/>
          </p:nvSpPr>
          <p:spPr>
            <a:xfrm>
              <a:off x="3195926" y="2517646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F8FC4848-8797-A676-3A66-523C07B8BFEE}"/>
                </a:ext>
              </a:extLst>
            </p:cNvPr>
            <p:cNvSpPr/>
            <p:nvPr/>
          </p:nvSpPr>
          <p:spPr>
            <a:xfrm>
              <a:off x="3201544" y="3074739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29926A5-9F4D-7A2B-A009-79D304033324}"/>
                </a:ext>
              </a:extLst>
            </p:cNvPr>
            <p:cNvSpPr/>
            <p:nvPr/>
          </p:nvSpPr>
          <p:spPr>
            <a:xfrm>
              <a:off x="3195926" y="3616446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B7F2300A-13DD-71BD-CA9E-08BF811ABA80}"/>
                </a:ext>
              </a:extLst>
            </p:cNvPr>
            <p:cNvSpPr/>
            <p:nvPr/>
          </p:nvSpPr>
          <p:spPr>
            <a:xfrm>
              <a:off x="1560576" y="4165854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E3142C1-A37D-0F62-1FE4-5D8D3B3E0AF5}"/>
                </a:ext>
              </a:extLst>
            </p:cNvPr>
            <p:cNvSpPr/>
            <p:nvPr/>
          </p:nvSpPr>
          <p:spPr>
            <a:xfrm>
              <a:off x="2112645" y="4165854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95AF3665-0D66-E3AB-50CE-1321E282E304}"/>
                </a:ext>
              </a:extLst>
            </p:cNvPr>
            <p:cNvSpPr/>
            <p:nvPr/>
          </p:nvSpPr>
          <p:spPr>
            <a:xfrm>
              <a:off x="2652142" y="4165852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59FC149-7A47-5B24-5393-3BEC53FEF42B}"/>
                </a:ext>
              </a:extLst>
            </p:cNvPr>
            <p:cNvSpPr/>
            <p:nvPr/>
          </p:nvSpPr>
          <p:spPr>
            <a:xfrm>
              <a:off x="3196242" y="4165848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0C1767A-5934-D568-A358-422F081AEAA2}"/>
              </a:ext>
            </a:extLst>
          </p:cNvPr>
          <p:cNvCxnSpPr>
            <a:cxnSpLocks/>
          </p:cNvCxnSpPr>
          <p:nvPr/>
        </p:nvCxnSpPr>
        <p:spPr>
          <a:xfrm>
            <a:off x="2109978" y="3631830"/>
            <a:ext cx="2671634" cy="840019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D4DAD13-86EF-B32D-00D0-8A8EB5E5F838}"/>
              </a:ext>
            </a:extLst>
          </p:cNvPr>
          <p:cNvCxnSpPr>
            <a:cxnSpLocks/>
          </p:cNvCxnSpPr>
          <p:nvPr/>
        </p:nvCxnSpPr>
        <p:spPr>
          <a:xfrm flipV="1">
            <a:off x="2109978" y="2812875"/>
            <a:ext cx="2681478" cy="26186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3AC814DB-87A3-8D3C-1AD6-5006C796C396}"/>
              </a:ext>
            </a:extLst>
          </p:cNvPr>
          <p:cNvSpPr txBox="1"/>
          <p:nvPr/>
        </p:nvSpPr>
        <p:spPr>
          <a:xfrm>
            <a:off x="4779327" y="4624309"/>
            <a:ext cx="1648206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nl-NL" sz="1400" dirty="0"/>
              <a:t>Laser gaussian</a:t>
            </a:r>
            <a:endParaRPr lang="en-NL" sz="1400" dirty="0"/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9FDE2F79-CBA3-8606-DBE9-EED726FFB19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46090" y="1174354"/>
            <a:ext cx="4724272" cy="3806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672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A47EC-4B35-61B7-BB86-90993A5CC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82">
            <a:extLst>
              <a:ext uri="{FF2B5EF4-FFF2-40B4-BE49-F238E27FC236}">
                <a16:creationId xmlns:a16="http://schemas.microsoft.com/office/drawing/2014/main" id="{50AB32FE-8872-5D7E-B54B-7496AE29E61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39603" y="285450"/>
            <a:ext cx="6269876" cy="62871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F4FE4EBB-F4E1-78B7-54DD-8AC195C2B5F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584" t="36671" r="37380" b="35126"/>
          <a:stretch/>
        </p:blipFill>
        <p:spPr>
          <a:xfrm>
            <a:off x="4810180" y="2813113"/>
            <a:ext cx="1655030" cy="1648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4FE1FA-0659-BCDA-B942-6B0E82C83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2B1148-D34A-E054-25D6-E3B1F4B1F851}"/>
              </a:ext>
            </a:extLst>
          </p:cNvPr>
          <p:cNvSpPr/>
          <p:nvPr/>
        </p:nvSpPr>
        <p:spPr>
          <a:xfrm>
            <a:off x="4792280" y="2823643"/>
            <a:ext cx="1648206" cy="1648206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DA5258C-1802-A308-5FC0-BE89D8F1D9A5}"/>
              </a:ext>
            </a:extLst>
          </p:cNvPr>
          <p:cNvCxnSpPr/>
          <p:nvPr/>
        </p:nvCxnSpPr>
        <p:spPr>
          <a:xfrm>
            <a:off x="4792280" y="2602471"/>
            <a:ext cx="166414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3D76EF0-976F-614F-816E-CF8F91C5EBD7}"/>
                  </a:ext>
                </a:extLst>
              </p:cNvPr>
              <p:cNvSpPr txBox="1"/>
              <p:nvPr/>
            </p:nvSpPr>
            <p:spPr>
              <a:xfrm>
                <a:off x="5424104" y="2199895"/>
                <a:ext cx="3587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3D76EF0-976F-614F-816E-CF8F91C5E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104" y="2199895"/>
                <a:ext cx="35877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9EABAE6-B0C1-B8D7-541A-150E75503035}"/>
                  </a:ext>
                </a:extLst>
              </p:cNvPr>
              <p:cNvSpPr txBox="1"/>
              <p:nvPr/>
            </p:nvSpPr>
            <p:spPr>
              <a:xfrm>
                <a:off x="6753210" y="3463080"/>
                <a:ext cx="3587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9EABAE6-B0C1-B8D7-541A-150E75503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3210" y="3463080"/>
                <a:ext cx="35877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B2960C2-D542-9513-DEA6-00B942B072E2}"/>
              </a:ext>
            </a:extLst>
          </p:cNvPr>
          <p:cNvCxnSpPr>
            <a:cxnSpLocks/>
          </p:cNvCxnSpPr>
          <p:nvPr/>
        </p:nvCxnSpPr>
        <p:spPr>
          <a:xfrm>
            <a:off x="6723696" y="2823643"/>
            <a:ext cx="0" cy="164820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CB73B46-CAD6-44D7-C60C-CE527B165C36}"/>
              </a:ext>
            </a:extLst>
          </p:cNvPr>
          <p:cNvCxnSpPr>
            <a:cxnSpLocks/>
          </p:cNvCxnSpPr>
          <p:nvPr/>
        </p:nvCxnSpPr>
        <p:spPr>
          <a:xfrm>
            <a:off x="1834325" y="4887084"/>
            <a:ext cx="56737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CD3F9EF-DD8E-B657-0E38-140C95BAF880}"/>
                  </a:ext>
                </a:extLst>
              </p:cNvPr>
              <p:cNvSpPr txBox="1"/>
              <p:nvPr/>
            </p:nvSpPr>
            <p:spPr>
              <a:xfrm>
                <a:off x="1863534" y="4864849"/>
                <a:ext cx="3587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nl-NL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CD3F9EF-DD8E-B657-0E38-140C95BAF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3534" y="4864849"/>
                <a:ext cx="358775" cy="369332"/>
              </a:xfrm>
              <a:prstGeom prst="rect">
                <a:avLst/>
              </a:prstGeom>
              <a:blipFill>
                <a:blip r:embed="rId8"/>
                <a:stretch>
                  <a:fillRect r="-15254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4C8B19E-ACE8-4898-6AA9-EA1092CF4229}"/>
                  </a:ext>
                </a:extLst>
              </p:cNvPr>
              <p:cNvSpPr txBox="1"/>
              <p:nvPr/>
            </p:nvSpPr>
            <p:spPr>
              <a:xfrm>
                <a:off x="7772373" y="5095222"/>
                <a:ext cx="4037201" cy="147732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nl-NL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nl-NL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=0.05 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=50 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𝑛𝑚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nl-NL" b="0" dirty="0"/>
              </a:p>
              <a:p>
                <a:r>
                  <a:rPr lang="nl-NL" b="0" dirty="0"/>
                  <a:t>Laser beam waist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 2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=0.3 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nl-NL" dirty="0"/>
                  <a:t>;</a:t>
                </a:r>
              </a:p>
              <a:p>
                <a:r>
                  <a:rPr lang="nl-NL" dirty="0"/>
                  <a:t>Emitter PSF: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=0.166 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nl-NL" dirty="0"/>
              </a:p>
              <a:p>
                <a:r>
                  <a:rPr lang="nl-NL" dirty="0"/>
                  <a:t>Magnification: 150x</a:t>
                </a:r>
                <a:endParaRPr lang="en-NL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4C8B19E-ACE8-4898-6AA9-EA1092CF4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373" y="5095222"/>
                <a:ext cx="4037201" cy="1477328"/>
              </a:xfrm>
              <a:prstGeom prst="rect">
                <a:avLst/>
              </a:prstGeom>
              <a:blipFill>
                <a:blip r:embed="rId9"/>
                <a:stretch>
                  <a:fillRect l="-1203" b="-530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ABBE8933-DB77-36C3-D838-514274F07ED3}"/>
              </a:ext>
            </a:extLst>
          </p:cNvPr>
          <p:cNvGrpSpPr/>
          <p:nvPr/>
        </p:nvGrpSpPr>
        <p:grpSpPr>
          <a:xfrm>
            <a:off x="981062" y="1914399"/>
            <a:ext cx="2769884" cy="2808543"/>
            <a:chOff x="981062" y="1914399"/>
            <a:chExt cx="2769884" cy="280854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454981F-3806-4F7D-89DE-9E793EACB958}"/>
                </a:ext>
              </a:extLst>
            </p:cNvPr>
            <p:cNvSpPr/>
            <p:nvPr/>
          </p:nvSpPr>
          <p:spPr>
            <a:xfrm>
              <a:off x="1560576" y="2517648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B70EE06-4BA6-89A4-578A-637F862809DB}"/>
                </a:ext>
              </a:extLst>
            </p:cNvPr>
            <p:cNvSpPr/>
            <p:nvPr/>
          </p:nvSpPr>
          <p:spPr>
            <a:xfrm>
              <a:off x="2109978" y="2517648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7BF2B52-D878-EF5C-9C45-C7F7E49548A9}"/>
                </a:ext>
              </a:extLst>
            </p:cNvPr>
            <p:cNvSpPr/>
            <p:nvPr/>
          </p:nvSpPr>
          <p:spPr>
            <a:xfrm>
              <a:off x="2659380" y="2517648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556BD57-2314-1D4E-995C-680DAC1E8046}"/>
                </a:ext>
              </a:extLst>
            </p:cNvPr>
            <p:cNvSpPr/>
            <p:nvPr/>
          </p:nvSpPr>
          <p:spPr>
            <a:xfrm>
              <a:off x="2659380" y="3067050"/>
              <a:ext cx="549402" cy="549402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A620D9F-4753-58FF-4725-4FDD2F33A2E0}"/>
                </a:ext>
              </a:extLst>
            </p:cNvPr>
            <p:cNvSpPr/>
            <p:nvPr/>
          </p:nvSpPr>
          <p:spPr>
            <a:xfrm>
              <a:off x="2109978" y="3067050"/>
              <a:ext cx="549402" cy="549402"/>
            </a:xfrm>
            <a:prstGeom prst="rect">
              <a:avLst/>
            </a:prstGeom>
            <a:noFill/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075B559-AE6E-A58F-DD99-0B81D345F927}"/>
                </a:ext>
              </a:extLst>
            </p:cNvPr>
            <p:cNvSpPr/>
            <p:nvPr/>
          </p:nvSpPr>
          <p:spPr>
            <a:xfrm>
              <a:off x="1560576" y="3067050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D82B3D3-E338-3BC2-60EF-5020C81272D7}"/>
                </a:ext>
              </a:extLst>
            </p:cNvPr>
            <p:cNvSpPr/>
            <p:nvPr/>
          </p:nvSpPr>
          <p:spPr>
            <a:xfrm>
              <a:off x="2639603" y="3616448"/>
              <a:ext cx="549402" cy="549402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9D37C1F-C1E6-2C2D-C897-152ED250E2EC}"/>
                </a:ext>
              </a:extLst>
            </p:cNvPr>
            <p:cNvSpPr/>
            <p:nvPr/>
          </p:nvSpPr>
          <p:spPr>
            <a:xfrm>
              <a:off x="2100106" y="3616448"/>
              <a:ext cx="549402" cy="549402"/>
            </a:xfrm>
            <a:prstGeom prst="rect">
              <a:avLst/>
            </a:prstGeom>
            <a:noFill/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CE9D273-2C90-154C-FEC5-18A1C3A2C6CE}"/>
                </a:ext>
              </a:extLst>
            </p:cNvPr>
            <p:cNvSpPr/>
            <p:nvPr/>
          </p:nvSpPr>
          <p:spPr>
            <a:xfrm>
              <a:off x="1560576" y="3616452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131D1A7-8F04-A5C9-BE17-323504819E9B}"/>
                    </a:ext>
                  </a:extLst>
                </p:cNvPr>
                <p:cNvSpPr txBox="1"/>
                <p:nvPr/>
              </p:nvSpPr>
              <p:spPr>
                <a:xfrm>
                  <a:off x="1655890" y="2638460"/>
                  <a:ext cx="35877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NL" sz="1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131D1A7-8F04-A5C9-BE17-323504819E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890" y="2638460"/>
                  <a:ext cx="358775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979DC4B-C7E1-DB43-F805-21A23CD870E5}"/>
                    </a:ext>
                  </a:extLst>
                </p:cNvPr>
                <p:cNvSpPr txBox="1"/>
                <p:nvPr/>
              </p:nvSpPr>
              <p:spPr>
                <a:xfrm>
                  <a:off x="2042922" y="2638461"/>
                  <a:ext cx="6835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NL" sz="14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979DC4B-C7E1-DB43-F805-21A23CD870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2922" y="2638461"/>
                  <a:ext cx="683513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CDBC3F3-7E15-F758-8A83-83F8210BC6C6}"/>
                    </a:ext>
                  </a:extLst>
                </p:cNvPr>
                <p:cNvSpPr txBox="1"/>
                <p:nvPr/>
              </p:nvSpPr>
              <p:spPr>
                <a:xfrm>
                  <a:off x="981062" y="3412821"/>
                  <a:ext cx="3587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CDBC3F3-7E15-F758-8A83-83F8210BC6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062" y="3412821"/>
                  <a:ext cx="358775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70837FD4-B504-7280-31E6-D99D704B6631}"/>
                </a:ext>
              </a:extLst>
            </p:cNvPr>
            <p:cNvCxnSpPr>
              <a:cxnSpLocks/>
            </p:cNvCxnSpPr>
            <p:nvPr/>
          </p:nvCxnSpPr>
          <p:spPr>
            <a:xfrm>
              <a:off x="1573466" y="2294748"/>
              <a:ext cx="217186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C2E5D91-0F0E-EC56-F13C-D9C8A530B3D9}"/>
                </a:ext>
              </a:extLst>
            </p:cNvPr>
            <p:cNvCxnSpPr>
              <a:cxnSpLocks/>
            </p:cNvCxnSpPr>
            <p:nvPr/>
          </p:nvCxnSpPr>
          <p:spPr>
            <a:xfrm>
              <a:off x="1363854" y="2525340"/>
              <a:ext cx="0" cy="219760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E85F71E-16BB-0F8A-EFCE-21CDB6DF4286}"/>
                    </a:ext>
                  </a:extLst>
                </p:cNvPr>
                <p:cNvSpPr txBox="1"/>
                <p:nvPr/>
              </p:nvSpPr>
              <p:spPr>
                <a:xfrm>
                  <a:off x="2479992" y="1914399"/>
                  <a:ext cx="3587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E85F71E-16BB-0F8A-EFCE-21CDB6DF42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9992" y="1914399"/>
                  <a:ext cx="358775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2B5C96F-09FA-CB4D-76AC-B7FDB4319310}"/>
                </a:ext>
              </a:extLst>
            </p:cNvPr>
            <p:cNvSpPr/>
            <p:nvPr/>
          </p:nvSpPr>
          <p:spPr>
            <a:xfrm>
              <a:off x="3195926" y="2517646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CBC4BBB-9E7A-8E71-A312-40575BC8EAE1}"/>
                </a:ext>
              </a:extLst>
            </p:cNvPr>
            <p:cNvSpPr/>
            <p:nvPr/>
          </p:nvSpPr>
          <p:spPr>
            <a:xfrm>
              <a:off x="3201544" y="3074739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D31CEF0-E6FC-2043-B61E-6560F767F96F}"/>
                </a:ext>
              </a:extLst>
            </p:cNvPr>
            <p:cNvSpPr/>
            <p:nvPr/>
          </p:nvSpPr>
          <p:spPr>
            <a:xfrm>
              <a:off x="3195926" y="3616446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AF114B2-8731-34FD-BF91-1BD2ACD8B48F}"/>
                </a:ext>
              </a:extLst>
            </p:cNvPr>
            <p:cNvSpPr/>
            <p:nvPr/>
          </p:nvSpPr>
          <p:spPr>
            <a:xfrm>
              <a:off x="1560576" y="4165854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FF1A438F-EDF8-F7C9-048D-3DA4202738F6}"/>
                </a:ext>
              </a:extLst>
            </p:cNvPr>
            <p:cNvSpPr/>
            <p:nvPr/>
          </p:nvSpPr>
          <p:spPr>
            <a:xfrm>
              <a:off x="2112645" y="4165854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B06730A-4DC5-B239-6A33-E5D029230A71}"/>
                </a:ext>
              </a:extLst>
            </p:cNvPr>
            <p:cNvSpPr/>
            <p:nvPr/>
          </p:nvSpPr>
          <p:spPr>
            <a:xfrm>
              <a:off x="2652142" y="4165852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91B8D4C-A3BE-D938-C28D-79B1287F592D}"/>
                </a:ext>
              </a:extLst>
            </p:cNvPr>
            <p:cNvSpPr/>
            <p:nvPr/>
          </p:nvSpPr>
          <p:spPr>
            <a:xfrm>
              <a:off x="3196242" y="4165848"/>
              <a:ext cx="549402" cy="549402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D377FF-1420-3651-1759-4C2991E97DBA}"/>
              </a:ext>
            </a:extLst>
          </p:cNvPr>
          <p:cNvCxnSpPr>
            <a:cxnSpLocks/>
          </p:cNvCxnSpPr>
          <p:nvPr/>
        </p:nvCxnSpPr>
        <p:spPr>
          <a:xfrm>
            <a:off x="2109978" y="3631830"/>
            <a:ext cx="2671634" cy="840019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A50489F-6D82-6EE8-796D-D236D4DC5F22}"/>
              </a:ext>
            </a:extLst>
          </p:cNvPr>
          <p:cNvCxnSpPr>
            <a:cxnSpLocks/>
          </p:cNvCxnSpPr>
          <p:nvPr/>
        </p:nvCxnSpPr>
        <p:spPr>
          <a:xfrm flipV="1">
            <a:off x="2109978" y="2812875"/>
            <a:ext cx="2681478" cy="26186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53A71DEA-ED51-2C5B-2021-0BA1823AB34E}"/>
              </a:ext>
            </a:extLst>
          </p:cNvPr>
          <p:cNvSpPr txBox="1"/>
          <p:nvPr/>
        </p:nvSpPr>
        <p:spPr>
          <a:xfrm>
            <a:off x="4779327" y="4624309"/>
            <a:ext cx="1648206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nl-NL" sz="1400" dirty="0"/>
              <a:t>Laser gaussian</a:t>
            </a:r>
            <a:endParaRPr lang="en-NL" sz="1400" dirty="0"/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6EF6F4BC-9CBE-9E42-E568-C59000DCB33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46090" y="1174354"/>
            <a:ext cx="4724272" cy="3806524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51164613-BFDE-B984-24E4-EBFE71E9A41A}"/>
              </a:ext>
            </a:extLst>
          </p:cNvPr>
          <p:cNvSpPr/>
          <p:nvPr/>
        </p:nvSpPr>
        <p:spPr>
          <a:xfrm>
            <a:off x="8064479" y="4007842"/>
            <a:ext cx="323850" cy="158006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1F82FFBE-768F-6420-6C50-40F816EC16FA}"/>
              </a:ext>
            </a:extLst>
          </p:cNvPr>
          <p:cNvSpPr/>
          <p:nvPr/>
        </p:nvSpPr>
        <p:spPr>
          <a:xfrm>
            <a:off x="9483325" y="2745221"/>
            <a:ext cx="323850" cy="152308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4DD2E4A-4A1D-22C8-9500-BDD37382C01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633" y="1301591"/>
            <a:ext cx="6100649" cy="2975622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8EB96D9-A6DE-E246-20F4-47E137D53971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309745" y="3893498"/>
            <a:ext cx="1754734" cy="19334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4FACE0B-7897-8D90-CE2A-A1A52A40A108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6398989" y="2550585"/>
            <a:ext cx="3084336" cy="270790"/>
          </a:xfrm>
          <a:prstGeom prst="line">
            <a:avLst/>
          </a:prstGeom>
          <a:ln w="762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54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99296-6DB9-A3A2-D3CB-20A014930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452E3A-DFD1-3E9E-D048-439553FADA70}"/>
                  </a:ext>
                </a:extLst>
              </p:cNvPr>
              <p:cNvSpPr txBox="1"/>
              <p:nvPr/>
            </p:nvSpPr>
            <p:spPr>
              <a:xfrm>
                <a:off x="5553075" y="123825"/>
                <a:ext cx="50673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dirty="0"/>
                  <a:t>Problems: </a:t>
                </a:r>
              </a:p>
              <a:p>
                <a:pPr marL="285750" indent="-285750">
                  <a:buFontTx/>
                  <a:buChar char="-"/>
                </a:pPr>
                <a:r>
                  <a:rPr lang="nl-NL" dirty="0"/>
                  <a:t>some pixels with low photon count give huge values for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lang="nl-NL" b="0" dirty="0"/>
                  <a:t>those are skipped.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452E3A-DFD1-3E9E-D048-439553FAD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3075" y="123825"/>
                <a:ext cx="5067300" cy="923330"/>
              </a:xfrm>
              <a:prstGeom prst="rect">
                <a:avLst/>
              </a:prstGeom>
              <a:blipFill>
                <a:blip r:embed="rId2"/>
                <a:stretch>
                  <a:fillRect l="-1083" t="-2632" b="-9868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C8E3222A-2D63-C8E5-45AC-0559A4DE3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96753"/>
            <a:ext cx="6010276" cy="46273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548F590-43BE-0DA8-DE87-B6B7D402C4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0276" y="2114974"/>
            <a:ext cx="5886450" cy="470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121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93A00-C493-74A3-2E8E-94D703192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9A117-73B6-2F40-991C-BCB45AD04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6FAA75-4B1C-C505-3D35-DAB37C7CC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2563544"/>
            <a:ext cx="4739208" cy="36134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0507C8-8AA7-B05F-5925-E52C264FC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280" y="2496808"/>
            <a:ext cx="4605770" cy="368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228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AFC5-D589-BAB2-2DB4-F99B70EEF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8095A-811E-72D6-9216-890D3632C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Given the 3d ‘landscape’ of estimated emitters and that of intensity, what are the most likely locations for emitters.</a:t>
            </a:r>
          </a:p>
          <a:p>
            <a:r>
              <a:rPr lang="nl-NL" dirty="0"/>
              <a:t>Max likelihood estimation description</a:t>
            </a:r>
          </a:p>
          <a:p>
            <a:r>
              <a:rPr lang="nl-NL" dirty="0"/>
              <a:t>ISM? QISM?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385355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D97AC-265B-2ABA-604D-0B7C78FE0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0353F-C322-0867-9C3C-7E15348CD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2FD8E1-70BF-0E38-6877-F5B62A9DD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207" y="1176023"/>
            <a:ext cx="4915586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202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3486</TotalTime>
  <Words>302</Words>
  <Application>Microsoft Office PowerPoint</Application>
  <PresentationFormat>Widescreen</PresentationFormat>
  <Paragraphs>61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Scanning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Dam, P.S. van (Rens)</dc:creator>
  <cp:lastModifiedBy>Rens van Dam</cp:lastModifiedBy>
  <cp:revision>1</cp:revision>
  <dcterms:created xsi:type="dcterms:W3CDTF">2025-04-07T09:31:17Z</dcterms:created>
  <dcterms:modified xsi:type="dcterms:W3CDTF">2025-09-18T08:23:40Z</dcterms:modified>
</cp:coreProperties>
</file>