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3" r:id="rId1"/>
  </p:sldMasterIdLst>
  <p:notesMasterIdLst>
    <p:notesMasterId r:id="rId25"/>
  </p:notesMasterIdLst>
  <p:sldIdLst>
    <p:sldId id="256" r:id="rId2"/>
    <p:sldId id="297" r:id="rId3"/>
    <p:sldId id="303" r:id="rId4"/>
    <p:sldId id="298" r:id="rId5"/>
    <p:sldId id="299" r:id="rId6"/>
    <p:sldId id="300" r:id="rId7"/>
    <p:sldId id="301" r:id="rId8"/>
    <p:sldId id="302" r:id="rId9"/>
    <p:sldId id="277" r:id="rId10"/>
    <p:sldId id="274" r:id="rId11"/>
    <p:sldId id="281" r:id="rId12"/>
    <p:sldId id="282" r:id="rId13"/>
    <p:sldId id="283" r:id="rId14"/>
    <p:sldId id="285" r:id="rId15"/>
    <p:sldId id="286" r:id="rId16"/>
    <p:sldId id="296" r:id="rId17"/>
    <p:sldId id="284" r:id="rId18"/>
    <p:sldId id="292" r:id="rId19"/>
    <p:sldId id="291" r:id="rId20"/>
    <p:sldId id="295" r:id="rId21"/>
    <p:sldId id="293" r:id="rId22"/>
    <p:sldId id="287" r:id="rId23"/>
    <p:sldId id="268" r:id="rId2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A6D6"/>
    <a:srgbClr val="0C2340"/>
    <a:srgbClr val="6F1D77"/>
    <a:srgbClr val="6CC24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4FA8577-5617-4D37-9F28-92BB9A6A4F91}" v="108" dt="2025-09-11T14:45:43.93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838" autoAdjust="0"/>
    <p:restoredTop sz="75424" autoAdjust="0"/>
  </p:normalViewPr>
  <p:slideViewPr>
    <p:cSldViewPr snapToGrid="0">
      <p:cViewPr varScale="1">
        <p:scale>
          <a:sx n="83" d="100"/>
          <a:sy n="83" d="100"/>
        </p:scale>
        <p:origin x="780" y="24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ns van Dam" userId="cbbfe1f2-c982-4950-8b62-7b9019e18432" providerId="ADAL" clId="{94614D42-7A7F-47E6-B36F-ABA6DD8286D3}"/>
    <pc:docChg chg="undo custSel addSld delSld modSld sldOrd">
      <pc:chgData name="Rens van Dam" userId="cbbfe1f2-c982-4950-8b62-7b9019e18432" providerId="ADAL" clId="{94614D42-7A7F-47E6-B36F-ABA6DD8286D3}" dt="2025-09-11T14:52:11.943" v="2312" actId="20577"/>
      <pc:docMkLst>
        <pc:docMk/>
      </pc:docMkLst>
      <pc:sldChg chg="addSp modSp mod setBg modNotesTx">
        <pc:chgData name="Rens van Dam" userId="cbbfe1f2-c982-4950-8b62-7b9019e18432" providerId="ADAL" clId="{94614D42-7A7F-47E6-B36F-ABA6DD8286D3}" dt="2025-09-11T13:57:01.831" v="130" actId="1076"/>
        <pc:sldMkLst>
          <pc:docMk/>
          <pc:sldMk cId="1078221042" sldId="256"/>
        </pc:sldMkLst>
        <pc:spChg chg="mod">
          <ac:chgData name="Rens van Dam" userId="cbbfe1f2-c982-4950-8b62-7b9019e18432" providerId="ADAL" clId="{94614D42-7A7F-47E6-B36F-ABA6DD8286D3}" dt="2025-09-11T13:57:01.831" v="130" actId="1076"/>
          <ac:spMkLst>
            <pc:docMk/>
            <pc:sldMk cId="1078221042" sldId="256"/>
            <ac:spMk id="2" creationId="{ED2D2606-6FC7-097C-7267-A9B8CEEB58BD}"/>
          </ac:spMkLst>
        </pc:spChg>
        <pc:spChg chg="mod">
          <ac:chgData name="Rens van Dam" userId="cbbfe1f2-c982-4950-8b62-7b9019e18432" providerId="ADAL" clId="{94614D42-7A7F-47E6-B36F-ABA6DD8286D3}" dt="2025-09-11T13:56:46.280" v="128" actId="1076"/>
          <ac:spMkLst>
            <pc:docMk/>
            <pc:sldMk cId="1078221042" sldId="256"/>
            <ac:spMk id="4" creationId="{DFCA4F10-4B1E-85B8-8625-676B8A7881F8}"/>
          </ac:spMkLst>
        </pc:spChg>
        <pc:spChg chg="mod">
          <ac:chgData name="Rens van Dam" userId="cbbfe1f2-c982-4950-8b62-7b9019e18432" providerId="ADAL" clId="{94614D42-7A7F-47E6-B36F-ABA6DD8286D3}" dt="2025-09-11T13:54:15.516" v="118" actId="1076"/>
          <ac:spMkLst>
            <pc:docMk/>
            <pc:sldMk cId="1078221042" sldId="256"/>
            <ac:spMk id="8" creationId="{1CA82060-33F3-641A-18E7-74979346DAEC}"/>
          </ac:spMkLst>
        </pc:spChg>
        <pc:picChg chg="add mod">
          <ac:chgData name="Rens van Dam" userId="cbbfe1f2-c982-4950-8b62-7b9019e18432" providerId="ADAL" clId="{94614D42-7A7F-47E6-B36F-ABA6DD8286D3}" dt="2025-09-11T13:56:53.133" v="129" actId="1076"/>
          <ac:picMkLst>
            <pc:docMk/>
            <pc:sldMk cId="1078221042" sldId="256"/>
            <ac:picMk id="5" creationId="{82C8D09F-CF8C-ADD9-6BED-2895B900FF53}"/>
          </ac:picMkLst>
        </pc:picChg>
      </pc:sldChg>
      <pc:sldChg chg="addSp delSp modSp new mod modAnim modNotesTx">
        <pc:chgData name="Rens van Dam" userId="cbbfe1f2-c982-4950-8b62-7b9019e18432" providerId="ADAL" clId="{94614D42-7A7F-47E6-B36F-ABA6DD8286D3}" dt="2025-09-11T14:28:38.053" v="1033" actId="20577"/>
        <pc:sldMkLst>
          <pc:docMk/>
          <pc:sldMk cId="828365951" sldId="297"/>
        </pc:sldMkLst>
        <pc:spChg chg="mod">
          <ac:chgData name="Rens van Dam" userId="cbbfe1f2-c982-4950-8b62-7b9019e18432" providerId="ADAL" clId="{94614D42-7A7F-47E6-B36F-ABA6DD8286D3}" dt="2025-09-11T14:18:58.022" v="651" actId="20577"/>
          <ac:spMkLst>
            <pc:docMk/>
            <pc:sldMk cId="828365951" sldId="297"/>
            <ac:spMk id="2" creationId="{622F068E-13EB-9087-0C35-9F79EDF85F23}"/>
          </ac:spMkLst>
        </pc:spChg>
        <pc:spChg chg="add del mod">
          <ac:chgData name="Rens van Dam" userId="cbbfe1f2-c982-4950-8b62-7b9019e18432" providerId="ADAL" clId="{94614D42-7A7F-47E6-B36F-ABA6DD8286D3}" dt="2025-09-11T14:26:16.730" v="848"/>
          <ac:spMkLst>
            <pc:docMk/>
            <pc:sldMk cId="828365951" sldId="297"/>
            <ac:spMk id="12" creationId="{E5D6AA1F-69F5-F21F-B414-3DA99CBC52B3}"/>
          </ac:spMkLst>
        </pc:spChg>
        <pc:spChg chg="add mod">
          <ac:chgData name="Rens van Dam" userId="cbbfe1f2-c982-4950-8b62-7b9019e18432" providerId="ADAL" clId="{94614D42-7A7F-47E6-B36F-ABA6DD8286D3}" dt="2025-09-11T14:27:32.588" v="891" actId="1076"/>
          <ac:spMkLst>
            <pc:docMk/>
            <pc:sldMk cId="828365951" sldId="297"/>
            <ac:spMk id="13" creationId="{BB5CC627-9435-86D1-F7E3-547274DD6A0F}"/>
          </ac:spMkLst>
        </pc:spChg>
        <pc:picChg chg="add mod">
          <ac:chgData name="Rens van Dam" userId="cbbfe1f2-c982-4950-8b62-7b9019e18432" providerId="ADAL" clId="{94614D42-7A7F-47E6-B36F-ABA6DD8286D3}" dt="2025-09-11T14:19:03.504" v="653" actId="1076"/>
          <ac:picMkLst>
            <pc:docMk/>
            <pc:sldMk cId="828365951" sldId="297"/>
            <ac:picMk id="4" creationId="{8AA2F475-88AF-4581-4D5D-E1728FA45ACF}"/>
          </ac:picMkLst>
        </pc:picChg>
        <pc:cxnChg chg="add mod">
          <ac:chgData name="Rens van Dam" userId="cbbfe1f2-c982-4950-8b62-7b9019e18432" providerId="ADAL" clId="{94614D42-7A7F-47E6-B36F-ABA6DD8286D3}" dt="2025-09-11T14:27:29.620" v="890" actId="1076"/>
          <ac:cxnSpMkLst>
            <pc:docMk/>
            <pc:sldMk cId="828365951" sldId="297"/>
            <ac:cxnSpMk id="6" creationId="{3EFFC740-833B-6EF5-8845-5B805BB52C34}"/>
          </ac:cxnSpMkLst>
        </pc:cxnChg>
      </pc:sldChg>
      <pc:sldChg chg="new del">
        <pc:chgData name="Rens van Dam" userId="cbbfe1f2-c982-4950-8b62-7b9019e18432" providerId="ADAL" clId="{94614D42-7A7F-47E6-B36F-ABA6DD8286D3}" dt="2025-09-11T13:57:16.192" v="132" actId="47"/>
        <pc:sldMkLst>
          <pc:docMk/>
          <pc:sldMk cId="2220196665" sldId="297"/>
        </pc:sldMkLst>
      </pc:sldChg>
      <pc:sldChg chg="addSp modSp new mod modNotesTx">
        <pc:chgData name="Rens van Dam" userId="cbbfe1f2-c982-4950-8b62-7b9019e18432" providerId="ADAL" clId="{94614D42-7A7F-47E6-B36F-ABA6DD8286D3}" dt="2025-09-11T14:52:11.943" v="2312" actId="20577"/>
        <pc:sldMkLst>
          <pc:docMk/>
          <pc:sldMk cId="4137886246" sldId="298"/>
        </pc:sldMkLst>
        <pc:spChg chg="mod">
          <ac:chgData name="Rens van Dam" userId="cbbfe1f2-c982-4950-8b62-7b9019e18432" providerId="ADAL" clId="{94614D42-7A7F-47E6-B36F-ABA6DD8286D3}" dt="2025-09-11T14:37:46.962" v="1711" actId="20577"/>
          <ac:spMkLst>
            <pc:docMk/>
            <pc:sldMk cId="4137886246" sldId="298"/>
            <ac:spMk id="2" creationId="{A0E2FF48-8D25-3EA1-745E-F38DC63E7AB7}"/>
          </ac:spMkLst>
        </pc:spChg>
        <pc:spChg chg="mod">
          <ac:chgData name="Rens van Dam" userId="cbbfe1f2-c982-4950-8b62-7b9019e18432" providerId="ADAL" clId="{94614D42-7A7F-47E6-B36F-ABA6DD8286D3}" dt="2025-09-11T14:52:11.943" v="2312" actId="20577"/>
          <ac:spMkLst>
            <pc:docMk/>
            <pc:sldMk cId="4137886246" sldId="298"/>
            <ac:spMk id="3" creationId="{41C9E5A2-E35A-2454-D3B5-D084D9228F37}"/>
          </ac:spMkLst>
        </pc:spChg>
        <pc:picChg chg="add mod">
          <ac:chgData name="Rens van Dam" userId="cbbfe1f2-c982-4950-8b62-7b9019e18432" providerId="ADAL" clId="{94614D42-7A7F-47E6-B36F-ABA6DD8286D3}" dt="2025-09-11T14:51:46.765" v="2246" actId="1076"/>
          <ac:picMkLst>
            <pc:docMk/>
            <pc:sldMk cId="4137886246" sldId="298"/>
            <ac:picMk id="5" creationId="{2A88E2B0-8056-A4CD-F8F4-1403E63C7083}"/>
          </ac:picMkLst>
        </pc:picChg>
      </pc:sldChg>
      <pc:sldChg chg="new">
        <pc:chgData name="Rens van Dam" userId="cbbfe1f2-c982-4950-8b62-7b9019e18432" providerId="ADAL" clId="{94614D42-7A7F-47E6-B36F-ABA6DD8286D3}" dt="2025-09-11T14:25:47.959" v="831" actId="680"/>
        <pc:sldMkLst>
          <pc:docMk/>
          <pc:sldMk cId="3169978893" sldId="299"/>
        </pc:sldMkLst>
      </pc:sldChg>
      <pc:sldChg chg="new">
        <pc:chgData name="Rens van Dam" userId="cbbfe1f2-c982-4950-8b62-7b9019e18432" providerId="ADAL" clId="{94614D42-7A7F-47E6-B36F-ABA6DD8286D3}" dt="2025-09-11T14:25:48.106" v="832" actId="680"/>
        <pc:sldMkLst>
          <pc:docMk/>
          <pc:sldMk cId="508384702" sldId="300"/>
        </pc:sldMkLst>
      </pc:sldChg>
      <pc:sldChg chg="new">
        <pc:chgData name="Rens van Dam" userId="cbbfe1f2-c982-4950-8b62-7b9019e18432" providerId="ADAL" clId="{94614D42-7A7F-47E6-B36F-ABA6DD8286D3}" dt="2025-09-11T14:25:48.272" v="833" actId="680"/>
        <pc:sldMkLst>
          <pc:docMk/>
          <pc:sldMk cId="2296779676" sldId="301"/>
        </pc:sldMkLst>
      </pc:sldChg>
      <pc:sldChg chg="new">
        <pc:chgData name="Rens van Dam" userId="cbbfe1f2-c982-4950-8b62-7b9019e18432" providerId="ADAL" clId="{94614D42-7A7F-47E6-B36F-ABA6DD8286D3}" dt="2025-09-11T14:25:48.423" v="834" actId="680"/>
        <pc:sldMkLst>
          <pc:docMk/>
          <pc:sldMk cId="3434275473" sldId="302"/>
        </pc:sldMkLst>
      </pc:sldChg>
      <pc:sldChg chg="new del">
        <pc:chgData name="Rens van Dam" userId="cbbfe1f2-c982-4950-8b62-7b9019e18432" providerId="ADAL" clId="{94614D42-7A7F-47E6-B36F-ABA6DD8286D3}" dt="2025-09-11T14:30:43.187" v="1035" actId="47"/>
        <pc:sldMkLst>
          <pc:docMk/>
          <pc:sldMk cId="1615462367" sldId="303"/>
        </pc:sldMkLst>
      </pc:sldChg>
      <pc:sldChg chg="addSp modSp new mod ord modNotesTx">
        <pc:chgData name="Rens van Dam" userId="cbbfe1f2-c982-4950-8b62-7b9019e18432" providerId="ADAL" clId="{94614D42-7A7F-47E6-B36F-ABA6DD8286D3}" dt="2025-09-11T14:35:23.263" v="1587" actId="20577"/>
        <pc:sldMkLst>
          <pc:docMk/>
          <pc:sldMk cId="3073594251" sldId="303"/>
        </pc:sldMkLst>
        <pc:spChg chg="mod">
          <ac:chgData name="Rens van Dam" userId="cbbfe1f2-c982-4950-8b62-7b9019e18432" providerId="ADAL" clId="{94614D42-7A7F-47E6-B36F-ABA6DD8286D3}" dt="2025-09-11T14:34:52.140" v="1583"/>
          <ac:spMkLst>
            <pc:docMk/>
            <pc:sldMk cId="3073594251" sldId="303"/>
            <ac:spMk id="2" creationId="{FD5752D5-BFA4-3EBC-1A56-137012C01313}"/>
          </ac:spMkLst>
        </pc:spChg>
        <pc:spChg chg="add mod">
          <ac:chgData name="Rens van Dam" userId="cbbfe1f2-c982-4950-8b62-7b9019e18432" providerId="ADAL" clId="{94614D42-7A7F-47E6-B36F-ABA6DD8286D3}" dt="2025-09-11T14:35:23.263" v="1587" actId="20577"/>
          <ac:spMkLst>
            <pc:docMk/>
            <pc:sldMk cId="3073594251" sldId="303"/>
            <ac:spMk id="6" creationId="{1826F7F0-5F67-BD5E-97C1-DB18373D072E}"/>
          </ac:spMkLst>
        </pc:spChg>
        <pc:picChg chg="add mod">
          <ac:chgData name="Rens van Dam" userId="cbbfe1f2-c982-4950-8b62-7b9019e18432" providerId="ADAL" clId="{94614D42-7A7F-47E6-B36F-ABA6DD8286D3}" dt="2025-09-11T14:34:27" v="1579" actId="1076"/>
          <ac:picMkLst>
            <pc:docMk/>
            <pc:sldMk cId="3073594251" sldId="303"/>
            <ac:picMk id="5" creationId="{8331AF01-FBE5-8740-8B57-8C2E403DC0EC}"/>
          </ac:picMkLst>
        </pc:picChg>
      </pc:sldChg>
    </pc:docChg>
  </pc:docChgLst>
  <pc:docChgLst>
    <pc:chgData name="Heike Smedes" userId="159829db-6670-4243-876a-812fd4a5964f" providerId="ADAL" clId="{69F5025F-775C-4B0E-B15E-030F331F91D9}"/>
    <pc:docChg chg="undo redo custSel addSld delSld modSld sldOrd">
      <pc:chgData name="Heike Smedes" userId="159829db-6670-4243-876a-812fd4a5964f" providerId="ADAL" clId="{69F5025F-775C-4B0E-B15E-030F331F91D9}" dt="2024-02-06T11:07:55.969" v="11204" actId="1076"/>
      <pc:docMkLst>
        <pc:docMk/>
      </pc:docMkLst>
      <pc:sldChg chg="addSp delSp modSp mod modTransition modClrScheme chgLayout">
        <pc:chgData name="Heike Smedes" userId="159829db-6670-4243-876a-812fd4a5964f" providerId="ADAL" clId="{69F5025F-775C-4B0E-B15E-030F331F91D9}" dt="2024-02-05T19:08:06.245" v="9917" actId="255"/>
        <pc:sldMkLst>
          <pc:docMk/>
          <pc:sldMk cId="1078221042" sldId="256"/>
        </pc:sldMkLst>
      </pc:sldChg>
      <pc:sldChg chg="addSp delSp modSp new mod modClrScheme chgLayout">
        <pc:chgData name="Heike Smedes" userId="159829db-6670-4243-876a-812fd4a5964f" providerId="ADAL" clId="{69F5025F-775C-4B0E-B15E-030F331F91D9}" dt="2024-02-05T19:08:16" v="9918" actId="255"/>
        <pc:sldMkLst>
          <pc:docMk/>
          <pc:sldMk cId="2727583935" sldId="257"/>
        </pc:sldMkLst>
      </pc:sldChg>
      <pc:sldChg chg="modSp add del mod modClrScheme chgLayout">
        <pc:chgData name="Heike Smedes" userId="159829db-6670-4243-876a-812fd4a5964f" providerId="ADAL" clId="{69F5025F-775C-4B0E-B15E-030F331F91D9}" dt="2024-01-31T15:46:37.878" v="2401" actId="47"/>
        <pc:sldMkLst>
          <pc:docMk/>
          <pc:sldMk cId="3049415268" sldId="258"/>
        </pc:sldMkLst>
      </pc:sldChg>
      <pc:sldChg chg="addSp delSp modSp add mod modClrScheme chgLayout">
        <pc:chgData name="Heike Smedes" userId="159829db-6670-4243-876a-812fd4a5964f" providerId="ADAL" clId="{69F5025F-775C-4B0E-B15E-030F331F91D9}" dt="2024-02-05T19:24:04.144" v="10275" actId="20577"/>
        <pc:sldMkLst>
          <pc:docMk/>
          <pc:sldMk cId="2717871648" sldId="259"/>
        </pc:sldMkLst>
      </pc:sldChg>
      <pc:sldChg chg="addSp delSp modSp add mod ord modClrScheme chgLayout">
        <pc:chgData name="Heike Smedes" userId="159829db-6670-4243-876a-812fd4a5964f" providerId="ADAL" clId="{69F5025F-775C-4B0E-B15E-030F331F91D9}" dt="2024-02-06T11:06:17.187" v="11180" actId="1037"/>
        <pc:sldMkLst>
          <pc:docMk/>
          <pc:sldMk cId="276598441" sldId="260"/>
        </pc:sldMkLst>
      </pc:sldChg>
      <pc:sldChg chg="addSp delSp modSp add mod ord modClrScheme modAnim chgLayout">
        <pc:chgData name="Heike Smedes" userId="159829db-6670-4243-876a-812fd4a5964f" providerId="ADAL" clId="{69F5025F-775C-4B0E-B15E-030F331F91D9}" dt="2024-02-06T09:32:10.891" v="11118" actId="20577"/>
        <pc:sldMkLst>
          <pc:docMk/>
          <pc:sldMk cId="2557461683" sldId="261"/>
        </pc:sldMkLst>
      </pc:sldChg>
      <pc:sldChg chg="addSp delSp modSp add mod ord modClrScheme chgLayout">
        <pc:chgData name="Heike Smedes" userId="159829db-6670-4243-876a-812fd4a5964f" providerId="ADAL" clId="{69F5025F-775C-4B0E-B15E-030F331F91D9}" dt="2024-02-04T16:40:00.256" v="8001"/>
        <pc:sldMkLst>
          <pc:docMk/>
          <pc:sldMk cId="641690669" sldId="262"/>
        </pc:sldMkLst>
      </pc:sldChg>
      <pc:sldChg chg="addSp delSp modSp add del mod modClrScheme chgLayout">
        <pc:chgData name="Heike Smedes" userId="159829db-6670-4243-876a-812fd4a5964f" providerId="ADAL" clId="{69F5025F-775C-4B0E-B15E-030F331F91D9}" dt="2024-01-31T16:33:28.483" v="3970" actId="47"/>
        <pc:sldMkLst>
          <pc:docMk/>
          <pc:sldMk cId="4063398395" sldId="263"/>
        </pc:sldMkLst>
      </pc:sldChg>
      <pc:sldChg chg="addSp delSp modSp add mod ord modClrScheme chgLayout">
        <pc:chgData name="Heike Smedes" userId="159829db-6670-4243-876a-812fd4a5964f" providerId="ADAL" clId="{69F5025F-775C-4B0E-B15E-030F331F91D9}" dt="2024-02-06T08:18:40.216" v="10744" actId="1076"/>
        <pc:sldMkLst>
          <pc:docMk/>
          <pc:sldMk cId="3360077932" sldId="264"/>
        </pc:sldMkLst>
      </pc:sldChg>
      <pc:sldChg chg="addSp delSp modSp add mod ord modClrScheme chgLayout">
        <pc:chgData name="Heike Smedes" userId="159829db-6670-4243-876a-812fd4a5964f" providerId="ADAL" clId="{69F5025F-775C-4B0E-B15E-030F331F91D9}" dt="2024-02-05T20:54:57.658" v="10638" actId="1076"/>
        <pc:sldMkLst>
          <pc:docMk/>
          <pc:sldMk cId="831415245" sldId="265"/>
        </pc:sldMkLst>
      </pc:sldChg>
      <pc:sldChg chg="addSp delSp modSp add del mod ord modClrScheme chgLayout">
        <pc:chgData name="Heike Smedes" userId="159829db-6670-4243-876a-812fd4a5964f" providerId="ADAL" clId="{69F5025F-775C-4B0E-B15E-030F331F91D9}" dt="2024-02-04T16:55:10.963" v="8582" actId="47"/>
        <pc:sldMkLst>
          <pc:docMk/>
          <pc:sldMk cId="1475280376" sldId="266"/>
        </pc:sldMkLst>
      </pc:sldChg>
      <pc:sldChg chg="modSp add mod modClrScheme chgLayout">
        <pc:chgData name="Heike Smedes" userId="159829db-6670-4243-876a-812fd4a5964f" providerId="ADAL" clId="{69F5025F-775C-4B0E-B15E-030F331F91D9}" dt="2024-02-06T10:08:58.161" v="11144" actId="15"/>
        <pc:sldMkLst>
          <pc:docMk/>
          <pc:sldMk cId="211867911" sldId="267"/>
        </pc:sldMkLst>
      </pc:sldChg>
      <pc:sldChg chg="addSp delSp modSp add mod ord modTransition modClrScheme chgLayout">
        <pc:chgData name="Heike Smedes" userId="159829db-6670-4243-876a-812fd4a5964f" providerId="ADAL" clId="{69F5025F-775C-4B0E-B15E-030F331F91D9}" dt="2024-02-04T15:06:35.114" v="6125"/>
        <pc:sldMkLst>
          <pc:docMk/>
          <pc:sldMk cId="3651505402" sldId="268"/>
        </pc:sldMkLst>
      </pc:sldChg>
      <pc:sldChg chg="add del">
        <pc:chgData name="Heike Smedes" userId="159829db-6670-4243-876a-812fd4a5964f" providerId="ADAL" clId="{69F5025F-775C-4B0E-B15E-030F331F91D9}" dt="2024-01-29T13:29:00.034" v="1667" actId="47"/>
        <pc:sldMkLst>
          <pc:docMk/>
          <pc:sldMk cId="2808576777" sldId="269"/>
        </pc:sldMkLst>
      </pc:sldChg>
      <pc:sldChg chg="add del">
        <pc:chgData name="Heike Smedes" userId="159829db-6670-4243-876a-812fd4a5964f" providerId="ADAL" clId="{69F5025F-775C-4B0E-B15E-030F331F91D9}" dt="2024-01-29T13:14:41.803" v="1324" actId="47"/>
        <pc:sldMkLst>
          <pc:docMk/>
          <pc:sldMk cId="1585376254" sldId="270"/>
        </pc:sldMkLst>
      </pc:sldChg>
      <pc:sldChg chg="modSp add mod ord modClrScheme chgLayout">
        <pc:chgData name="Heike Smedes" userId="159829db-6670-4243-876a-812fd4a5964f" providerId="ADAL" clId="{69F5025F-775C-4B0E-B15E-030F331F91D9}" dt="2024-02-05T19:14:03.286" v="10015" actId="20577"/>
        <pc:sldMkLst>
          <pc:docMk/>
          <pc:sldMk cId="2433364301" sldId="271"/>
        </pc:sldMkLst>
      </pc:sldChg>
      <pc:sldChg chg="addSp delSp modSp add mod modClrScheme chgLayout">
        <pc:chgData name="Heike Smedes" userId="159829db-6670-4243-876a-812fd4a5964f" providerId="ADAL" clId="{69F5025F-775C-4B0E-B15E-030F331F91D9}" dt="2024-02-06T11:07:55.969" v="11204" actId="1076"/>
        <pc:sldMkLst>
          <pc:docMk/>
          <pc:sldMk cId="3422791055" sldId="272"/>
        </pc:sldMkLst>
      </pc:sldChg>
      <pc:sldChg chg="modSp new del mod">
        <pc:chgData name="Heike Smedes" userId="159829db-6670-4243-876a-812fd4a5964f" providerId="ADAL" clId="{69F5025F-775C-4B0E-B15E-030F331F91D9}" dt="2024-01-29T14:08:04.323" v="1807" actId="47"/>
        <pc:sldMkLst>
          <pc:docMk/>
          <pc:sldMk cId="2004506698" sldId="273"/>
        </pc:sldMkLst>
      </pc:sldChg>
      <pc:sldChg chg="add ord">
        <pc:chgData name="Heike Smedes" userId="159829db-6670-4243-876a-812fd4a5964f" providerId="ADAL" clId="{69F5025F-775C-4B0E-B15E-030F331F91D9}" dt="2024-01-31T17:11:41.488" v="5002"/>
        <pc:sldMkLst>
          <pc:docMk/>
          <pc:sldMk cId="3192733456" sldId="273"/>
        </pc:sldMkLst>
      </pc:sldChg>
      <pc:sldChg chg="addSp delSp modSp new del mod modClrScheme chgLayout">
        <pc:chgData name="Heike Smedes" userId="159829db-6670-4243-876a-812fd4a5964f" providerId="ADAL" clId="{69F5025F-775C-4B0E-B15E-030F331F91D9}" dt="2024-01-29T14:09:41.191" v="1815" actId="47"/>
        <pc:sldMkLst>
          <pc:docMk/>
          <pc:sldMk cId="3314674813" sldId="273"/>
        </pc:sldMkLst>
      </pc:sldChg>
      <pc:sldChg chg="new del">
        <pc:chgData name="Heike Smedes" userId="159829db-6670-4243-876a-812fd4a5964f" providerId="ADAL" clId="{69F5025F-775C-4B0E-B15E-030F331F91D9}" dt="2024-01-29T14:09:08.444" v="1811" actId="47"/>
        <pc:sldMkLst>
          <pc:docMk/>
          <pc:sldMk cId="3351015172" sldId="273"/>
        </pc:sldMkLst>
      </pc:sldChg>
      <pc:sldChg chg="addSp delSp modSp new del mod">
        <pc:chgData name="Heike Smedes" userId="159829db-6670-4243-876a-812fd4a5964f" providerId="ADAL" clId="{69F5025F-775C-4B0E-B15E-030F331F91D9}" dt="2024-01-31T15:44:26.706" v="2245" actId="47"/>
        <pc:sldMkLst>
          <pc:docMk/>
          <pc:sldMk cId="3829893475" sldId="273"/>
        </pc:sldMkLst>
      </pc:sldChg>
      <pc:sldChg chg="modSp new mod">
        <pc:chgData name="Heike Smedes" userId="159829db-6670-4243-876a-812fd4a5964f" providerId="ADAL" clId="{69F5025F-775C-4B0E-B15E-030F331F91D9}" dt="2024-02-06T08:45:39.458" v="11044" actId="20577"/>
        <pc:sldMkLst>
          <pc:docMk/>
          <pc:sldMk cId="3509113671" sldId="274"/>
        </pc:sldMkLst>
      </pc:sldChg>
      <pc:sldChg chg="modSp new del mod">
        <pc:chgData name="Heike Smedes" userId="159829db-6670-4243-876a-812fd4a5964f" providerId="ADAL" clId="{69F5025F-775C-4B0E-B15E-030F331F91D9}" dt="2024-01-31T14:58:14.009" v="2055" actId="47"/>
        <pc:sldMkLst>
          <pc:docMk/>
          <pc:sldMk cId="4204561408" sldId="274"/>
        </pc:sldMkLst>
      </pc:sldChg>
      <pc:sldChg chg="new del">
        <pc:chgData name="Heike Smedes" userId="159829db-6670-4243-876a-812fd4a5964f" providerId="ADAL" clId="{69F5025F-775C-4B0E-B15E-030F331F91D9}" dt="2024-01-31T17:24:01.262" v="5558" actId="47"/>
        <pc:sldMkLst>
          <pc:docMk/>
          <pc:sldMk cId="1535610655" sldId="275"/>
        </pc:sldMkLst>
      </pc:sldChg>
      <pc:sldChg chg="addSp delSp modSp add del mod modClrScheme chgLayout">
        <pc:chgData name="Heike Smedes" userId="159829db-6670-4243-876a-812fd4a5964f" providerId="ADAL" clId="{69F5025F-775C-4B0E-B15E-030F331F91D9}" dt="2024-01-31T15:06:58.029" v="2056" actId="47"/>
        <pc:sldMkLst>
          <pc:docMk/>
          <pc:sldMk cId="1815045935" sldId="275"/>
        </pc:sldMkLst>
      </pc:sldChg>
      <pc:sldChg chg="delSp modSp add mod ord modClrScheme chgLayout">
        <pc:chgData name="Heike Smedes" userId="159829db-6670-4243-876a-812fd4a5964f" providerId="ADAL" clId="{69F5025F-775C-4B0E-B15E-030F331F91D9}" dt="2024-02-04T16:49:51.484" v="8356" actId="166"/>
        <pc:sldMkLst>
          <pc:docMk/>
          <pc:sldMk cId="586706063" sldId="276"/>
        </pc:sldMkLst>
      </pc:sldChg>
      <pc:sldChg chg="addSp delSp modSp add mod modAnim">
        <pc:chgData name="Heike Smedes" userId="159829db-6670-4243-876a-812fd4a5964f" providerId="ADAL" clId="{69F5025F-775C-4B0E-B15E-030F331F91D9}" dt="2024-02-05T20:00:39.003" v="10568"/>
        <pc:sldMkLst>
          <pc:docMk/>
          <pc:sldMk cId="4158550421" sldId="277"/>
        </pc:sldMkLst>
      </pc:sldChg>
      <pc:sldChg chg="addSp delSp modSp add mod ord">
        <pc:chgData name="Heike Smedes" userId="159829db-6670-4243-876a-812fd4a5964f" providerId="ADAL" clId="{69F5025F-775C-4B0E-B15E-030F331F91D9}" dt="2024-02-06T08:03:27.276" v="10657"/>
        <pc:sldMkLst>
          <pc:docMk/>
          <pc:sldMk cId="3099542806" sldId="278"/>
        </pc:sldMkLst>
      </pc:sldChg>
      <pc:sldChg chg="addSp delSp modSp add mod ord">
        <pc:chgData name="Heike Smedes" userId="159829db-6670-4243-876a-812fd4a5964f" providerId="ADAL" clId="{69F5025F-775C-4B0E-B15E-030F331F91D9}" dt="2024-02-06T08:18:44.562" v="10745" actId="20577"/>
        <pc:sldMkLst>
          <pc:docMk/>
          <pc:sldMk cId="598094348" sldId="279"/>
        </pc:sldMkLst>
      </pc:sldChg>
      <pc:sldChg chg="addSp delSp modSp add mod">
        <pc:chgData name="Heike Smedes" userId="159829db-6670-4243-876a-812fd4a5964f" providerId="ADAL" clId="{69F5025F-775C-4B0E-B15E-030F331F91D9}" dt="2024-02-06T11:06:35.523" v="11181" actId="167"/>
        <pc:sldMkLst>
          <pc:docMk/>
          <pc:sldMk cId="4159531881" sldId="280"/>
        </pc:sldMkLst>
      </pc:sldChg>
      <pc:sldMasterChg chg="delSldLayout">
        <pc:chgData name="Heike Smedes" userId="159829db-6670-4243-876a-812fd4a5964f" providerId="ADAL" clId="{69F5025F-775C-4B0E-B15E-030F331F91D9}" dt="2024-01-31T15:44:26.706" v="2245" actId="47"/>
        <pc:sldMasterMkLst>
          <pc:docMk/>
          <pc:sldMasterMk cId="3650586415" sldId="2147483683"/>
        </pc:sldMasterMkLst>
        <pc:sldLayoutChg chg="del">
          <pc:chgData name="Heike Smedes" userId="159829db-6670-4243-876a-812fd4a5964f" providerId="ADAL" clId="{69F5025F-775C-4B0E-B15E-030F331F91D9}" dt="2024-01-29T14:09:08.444" v="1811" actId="47"/>
          <pc:sldLayoutMkLst>
            <pc:docMk/>
            <pc:sldMasterMk cId="3650586415" sldId="2147483683"/>
            <pc:sldLayoutMk cId="3354550923" sldId="2147483684"/>
          </pc:sldLayoutMkLst>
        </pc:sldLayoutChg>
        <pc:sldLayoutChg chg="del">
          <pc:chgData name="Heike Smedes" userId="159829db-6670-4243-876a-812fd4a5964f" providerId="ADAL" clId="{69F5025F-775C-4B0E-B15E-030F331F91D9}" dt="2024-01-29T14:09:41.191" v="1815" actId="47"/>
          <pc:sldLayoutMkLst>
            <pc:docMk/>
            <pc:sldMasterMk cId="3650586415" sldId="2147483683"/>
            <pc:sldLayoutMk cId="2305516695" sldId="2147483685"/>
          </pc:sldLayoutMkLst>
        </pc:sldLayoutChg>
        <pc:sldLayoutChg chg="del">
          <pc:chgData name="Heike Smedes" userId="159829db-6670-4243-876a-812fd4a5964f" providerId="ADAL" clId="{69F5025F-775C-4B0E-B15E-030F331F91D9}" dt="2024-01-31T15:06:58.029" v="2056" actId="47"/>
          <pc:sldLayoutMkLst>
            <pc:docMk/>
            <pc:sldMasterMk cId="3650586415" sldId="2147483683"/>
            <pc:sldLayoutMk cId="2971022678" sldId="2147483686"/>
          </pc:sldLayoutMkLst>
        </pc:sldLayoutChg>
        <pc:sldLayoutChg chg="del">
          <pc:chgData name="Heike Smedes" userId="159829db-6670-4243-876a-812fd4a5964f" providerId="ADAL" clId="{69F5025F-775C-4B0E-B15E-030F331F91D9}" dt="2024-01-31T15:44:26.706" v="2245" actId="47"/>
          <pc:sldLayoutMkLst>
            <pc:docMk/>
            <pc:sldMasterMk cId="3650586415" sldId="2147483683"/>
            <pc:sldLayoutMk cId="1714845152" sldId="2147483692"/>
          </pc:sldLayoutMkLst>
        </pc:sldLayoutChg>
      </pc:sldMasterChg>
    </pc:docChg>
  </pc:docChgLst>
  <pc:docChgLst>
    <pc:chgData name="Rens van Dam" userId="cbbfe1f2-c982-4950-8b62-7b9019e18432" providerId="ADAL" clId="{01B6C708-D80A-42BF-A730-E4BEED00DD6A}"/>
    <pc:docChg chg="undo custSel addSld delSld modSld sldOrd">
      <pc:chgData name="Rens van Dam" userId="cbbfe1f2-c982-4950-8b62-7b9019e18432" providerId="ADAL" clId="{01B6C708-D80A-42BF-A730-E4BEED00DD6A}" dt="2025-07-09T06:06:36.478" v="5951" actId="47"/>
      <pc:docMkLst>
        <pc:docMk/>
      </pc:docMkLst>
      <pc:sldChg chg="modSp mod modNotesTx">
        <pc:chgData name="Rens van Dam" userId="cbbfe1f2-c982-4950-8b62-7b9019e18432" providerId="ADAL" clId="{01B6C708-D80A-42BF-A730-E4BEED00DD6A}" dt="2025-06-26T15:32:02.465" v="3953" actId="20577"/>
        <pc:sldMkLst>
          <pc:docMk/>
          <pc:sldMk cId="1078221042" sldId="256"/>
        </pc:sldMkLst>
      </pc:sldChg>
      <pc:sldChg chg="del">
        <pc:chgData name="Rens van Dam" userId="cbbfe1f2-c982-4950-8b62-7b9019e18432" providerId="ADAL" clId="{01B6C708-D80A-42BF-A730-E4BEED00DD6A}" dt="2025-06-24T13:50:54.875" v="235" actId="47"/>
        <pc:sldMkLst>
          <pc:docMk/>
          <pc:sldMk cId="2727583935" sldId="257"/>
        </pc:sldMkLst>
      </pc:sldChg>
      <pc:sldChg chg="del mod ord modShow">
        <pc:chgData name="Rens van Dam" userId="cbbfe1f2-c982-4950-8b62-7b9019e18432" providerId="ADAL" clId="{01B6C708-D80A-42BF-A730-E4BEED00DD6A}" dt="2025-07-09T06:06:27.507" v="5950" actId="47"/>
        <pc:sldMkLst>
          <pc:docMk/>
          <pc:sldMk cId="2717871648" sldId="259"/>
        </pc:sldMkLst>
      </pc:sldChg>
      <pc:sldChg chg="del mod modShow">
        <pc:chgData name="Rens van Dam" userId="cbbfe1f2-c982-4950-8b62-7b9019e18432" providerId="ADAL" clId="{01B6C708-D80A-42BF-A730-E4BEED00DD6A}" dt="2025-07-09T06:06:26.716" v="5948" actId="47"/>
        <pc:sldMkLst>
          <pc:docMk/>
          <pc:sldMk cId="276598441" sldId="260"/>
        </pc:sldMkLst>
      </pc:sldChg>
      <pc:sldChg chg="del mod modShow">
        <pc:chgData name="Rens van Dam" userId="cbbfe1f2-c982-4950-8b62-7b9019e18432" providerId="ADAL" clId="{01B6C708-D80A-42BF-A730-E4BEED00DD6A}" dt="2025-07-09T06:06:26.294" v="5947" actId="47"/>
        <pc:sldMkLst>
          <pc:docMk/>
          <pc:sldMk cId="2557461683" sldId="261"/>
        </pc:sldMkLst>
      </pc:sldChg>
      <pc:sldChg chg="del mod modShow">
        <pc:chgData name="Rens van Dam" userId="cbbfe1f2-c982-4950-8b62-7b9019e18432" providerId="ADAL" clId="{01B6C708-D80A-42BF-A730-E4BEED00DD6A}" dt="2025-07-09T06:06:22.656" v="5942" actId="47"/>
        <pc:sldMkLst>
          <pc:docMk/>
          <pc:sldMk cId="641690669" sldId="262"/>
        </pc:sldMkLst>
      </pc:sldChg>
      <pc:sldChg chg="del mod modShow">
        <pc:chgData name="Rens van Dam" userId="cbbfe1f2-c982-4950-8b62-7b9019e18432" providerId="ADAL" clId="{01B6C708-D80A-42BF-A730-E4BEED00DD6A}" dt="2025-07-09T06:06:24.609" v="5945" actId="47"/>
        <pc:sldMkLst>
          <pc:docMk/>
          <pc:sldMk cId="3360077932" sldId="264"/>
        </pc:sldMkLst>
      </pc:sldChg>
      <pc:sldChg chg="del">
        <pc:chgData name="Rens van Dam" userId="cbbfe1f2-c982-4950-8b62-7b9019e18432" providerId="ADAL" clId="{01B6C708-D80A-42BF-A730-E4BEED00DD6A}" dt="2025-06-24T14:12:22.521" v="290" actId="47"/>
        <pc:sldMkLst>
          <pc:docMk/>
          <pc:sldMk cId="831415245" sldId="265"/>
        </pc:sldMkLst>
      </pc:sldChg>
      <pc:sldChg chg="modSp del mod">
        <pc:chgData name="Rens van Dam" userId="cbbfe1f2-c982-4950-8b62-7b9019e18432" providerId="ADAL" clId="{01B6C708-D80A-42BF-A730-E4BEED00DD6A}" dt="2025-06-24T14:12:14.173" v="288" actId="47"/>
        <pc:sldMkLst>
          <pc:docMk/>
          <pc:sldMk cId="211867911" sldId="267"/>
        </pc:sldMkLst>
      </pc:sldChg>
      <pc:sldChg chg="modSp mod ord">
        <pc:chgData name="Rens van Dam" userId="cbbfe1f2-c982-4950-8b62-7b9019e18432" providerId="ADAL" clId="{01B6C708-D80A-42BF-A730-E4BEED00DD6A}" dt="2025-06-24T14:13:47.479" v="363"/>
        <pc:sldMkLst>
          <pc:docMk/>
          <pc:sldMk cId="3651505402" sldId="268"/>
        </pc:sldMkLst>
      </pc:sldChg>
      <pc:sldChg chg="del mod modShow">
        <pc:chgData name="Rens van Dam" userId="cbbfe1f2-c982-4950-8b62-7b9019e18432" providerId="ADAL" clId="{01B6C708-D80A-42BF-A730-E4BEED00DD6A}" dt="2025-07-09T06:06:21.958" v="5941" actId="47"/>
        <pc:sldMkLst>
          <pc:docMk/>
          <pc:sldMk cId="2433364301" sldId="271"/>
        </pc:sldMkLst>
      </pc:sldChg>
      <pc:sldChg chg="del">
        <pc:chgData name="Rens van Dam" userId="cbbfe1f2-c982-4950-8b62-7b9019e18432" providerId="ADAL" clId="{01B6C708-D80A-42BF-A730-E4BEED00DD6A}" dt="2025-06-24T14:12:19.289" v="289" actId="47"/>
        <pc:sldMkLst>
          <pc:docMk/>
          <pc:sldMk cId="3422791055" sldId="272"/>
        </pc:sldMkLst>
      </pc:sldChg>
      <pc:sldChg chg="del mod modShow">
        <pc:chgData name="Rens van Dam" userId="cbbfe1f2-c982-4950-8b62-7b9019e18432" providerId="ADAL" clId="{01B6C708-D80A-42BF-A730-E4BEED00DD6A}" dt="2025-07-09T06:06:23.392" v="5943" actId="47"/>
        <pc:sldMkLst>
          <pc:docMk/>
          <pc:sldMk cId="3192733456" sldId="273"/>
        </pc:sldMkLst>
      </pc:sldChg>
      <pc:sldChg chg="addSp modSp mod modNotesTx">
        <pc:chgData name="Rens van Dam" userId="cbbfe1f2-c982-4950-8b62-7b9019e18432" providerId="ADAL" clId="{01B6C708-D80A-42BF-A730-E4BEED00DD6A}" dt="2025-06-26T14:46:20.450" v="3852" actId="20577"/>
        <pc:sldMkLst>
          <pc:docMk/>
          <pc:sldMk cId="3509113671" sldId="274"/>
        </pc:sldMkLst>
      </pc:sldChg>
      <pc:sldChg chg="del mod modShow">
        <pc:chgData name="Rens van Dam" userId="cbbfe1f2-c982-4950-8b62-7b9019e18432" providerId="ADAL" clId="{01B6C708-D80A-42BF-A730-E4BEED00DD6A}" dt="2025-07-09T06:06:21.048" v="5940" actId="47"/>
        <pc:sldMkLst>
          <pc:docMk/>
          <pc:sldMk cId="586706063" sldId="276"/>
        </pc:sldMkLst>
      </pc:sldChg>
      <pc:sldChg chg="addSp delSp modSp mod ord delAnim modNotesTx">
        <pc:chgData name="Rens van Dam" userId="cbbfe1f2-c982-4950-8b62-7b9019e18432" providerId="ADAL" clId="{01B6C708-D80A-42BF-A730-E4BEED00DD6A}" dt="2025-06-26T13:07:08.808" v="1977" actId="20577"/>
        <pc:sldMkLst>
          <pc:docMk/>
          <pc:sldMk cId="4158550421" sldId="277"/>
        </pc:sldMkLst>
      </pc:sldChg>
      <pc:sldChg chg="del mod ord modShow">
        <pc:chgData name="Rens van Dam" userId="cbbfe1f2-c982-4950-8b62-7b9019e18432" providerId="ADAL" clId="{01B6C708-D80A-42BF-A730-E4BEED00DD6A}" dt="2025-07-09T06:06:27.054" v="5949" actId="47"/>
        <pc:sldMkLst>
          <pc:docMk/>
          <pc:sldMk cId="3099542806" sldId="278"/>
        </pc:sldMkLst>
      </pc:sldChg>
      <pc:sldChg chg="del mod modShow">
        <pc:chgData name="Rens van Dam" userId="cbbfe1f2-c982-4950-8b62-7b9019e18432" providerId="ADAL" clId="{01B6C708-D80A-42BF-A730-E4BEED00DD6A}" dt="2025-07-09T06:06:25.868" v="5946" actId="47"/>
        <pc:sldMkLst>
          <pc:docMk/>
          <pc:sldMk cId="598094348" sldId="279"/>
        </pc:sldMkLst>
      </pc:sldChg>
      <pc:sldChg chg="del mod modShow">
        <pc:chgData name="Rens van Dam" userId="cbbfe1f2-c982-4950-8b62-7b9019e18432" providerId="ADAL" clId="{01B6C708-D80A-42BF-A730-E4BEED00DD6A}" dt="2025-07-09T06:06:23.982" v="5944" actId="47"/>
        <pc:sldMkLst>
          <pc:docMk/>
          <pc:sldMk cId="4159531881" sldId="280"/>
        </pc:sldMkLst>
      </pc:sldChg>
      <pc:sldChg chg="addSp delSp modSp new mod modAnim modNotesTx">
        <pc:chgData name="Rens van Dam" userId="cbbfe1f2-c982-4950-8b62-7b9019e18432" providerId="ADAL" clId="{01B6C708-D80A-42BF-A730-E4BEED00DD6A}" dt="2025-06-26T13:43:47.012" v="2483"/>
        <pc:sldMkLst>
          <pc:docMk/>
          <pc:sldMk cId="672235817" sldId="281"/>
        </pc:sldMkLst>
      </pc:sldChg>
      <pc:sldChg chg="addSp delSp modSp new mod modAnim modNotesTx">
        <pc:chgData name="Rens van Dam" userId="cbbfe1f2-c982-4950-8b62-7b9019e18432" providerId="ADAL" clId="{01B6C708-D80A-42BF-A730-E4BEED00DD6A}" dt="2025-06-26T14:41:04.730" v="3746"/>
        <pc:sldMkLst>
          <pc:docMk/>
          <pc:sldMk cId="956410636" sldId="282"/>
        </pc:sldMkLst>
      </pc:sldChg>
      <pc:sldChg chg="addSp delSp modSp new mod">
        <pc:chgData name="Rens van Dam" userId="cbbfe1f2-c982-4950-8b62-7b9019e18432" providerId="ADAL" clId="{01B6C708-D80A-42BF-A730-E4BEED00DD6A}" dt="2025-07-03T07:56:23.781" v="5649" actId="1076"/>
        <pc:sldMkLst>
          <pc:docMk/>
          <pc:sldMk cId="4215444157" sldId="283"/>
        </pc:sldMkLst>
      </pc:sldChg>
      <pc:sldChg chg="addSp modSp new mod ord modNotesTx">
        <pc:chgData name="Rens van Dam" userId="cbbfe1f2-c982-4950-8b62-7b9019e18432" providerId="ADAL" clId="{01B6C708-D80A-42BF-A730-E4BEED00DD6A}" dt="2025-07-03T08:25:30.824" v="5866"/>
        <pc:sldMkLst>
          <pc:docMk/>
          <pc:sldMk cId="939547466" sldId="284"/>
        </pc:sldMkLst>
      </pc:sldChg>
      <pc:sldChg chg="addSp delSp modSp new mod delAnim modAnim modNotesTx">
        <pc:chgData name="Rens van Dam" userId="cbbfe1f2-c982-4950-8b62-7b9019e18432" providerId="ADAL" clId="{01B6C708-D80A-42BF-A730-E4BEED00DD6A}" dt="2025-07-02T19:20:01.583" v="5335" actId="478"/>
        <pc:sldMkLst>
          <pc:docMk/>
          <pc:sldMk cId="1240803393" sldId="285"/>
        </pc:sldMkLst>
      </pc:sldChg>
      <pc:sldChg chg="modSp new mod">
        <pc:chgData name="Rens van Dam" userId="cbbfe1f2-c982-4950-8b62-7b9019e18432" providerId="ADAL" clId="{01B6C708-D80A-42BF-A730-E4BEED00DD6A}" dt="2025-07-03T07:57:10.190" v="5660" actId="20577"/>
        <pc:sldMkLst>
          <pc:docMk/>
          <pc:sldMk cId="1023890469" sldId="286"/>
        </pc:sldMkLst>
      </pc:sldChg>
      <pc:sldChg chg="addSp modSp new mod ord modNotesTx">
        <pc:chgData name="Rens van Dam" userId="cbbfe1f2-c982-4950-8b62-7b9019e18432" providerId="ADAL" clId="{01B6C708-D80A-42BF-A730-E4BEED00DD6A}" dt="2025-07-03T08:27:01.618" v="5937" actId="20577"/>
        <pc:sldMkLst>
          <pc:docMk/>
          <pc:sldMk cId="1556040042" sldId="287"/>
        </pc:sldMkLst>
      </pc:sldChg>
      <pc:sldChg chg="modSp add del mod">
        <pc:chgData name="Rens van Dam" userId="cbbfe1f2-c982-4950-8b62-7b9019e18432" providerId="ADAL" clId="{01B6C708-D80A-42BF-A730-E4BEED00DD6A}" dt="2025-07-03T07:56:46.079" v="5655" actId="47"/>
        <pc:sldMkLst>
          <pc:docMk/>
          <pc:sldMk cId="2287530216" sldId="288"/>
        </pc:sldMkLst>
      </pc:sldChg>
      <pc:sldChg chg="modSp add del mod">
        <pc:chgData name="Rens van Dam" userId="cbbfe1f2-c982-4950-8b62-7b9019e18432" providerId="ADAL" clId="{01B6C708-D80A-42BF-A730-E4BEED00DD6A}" dt="2025-07-03T07:57:01.804" v="5659" actId="47"/>
        <pc:sldMkLst>
          <pc:docMk/>
          <pc:sldMk cId="1183746447" sldId="289"/>
        </pc:sldMkLst>
      </pc:sldChg>
      <pc:sldChg chg="modSp add del mod ord">
        <pc:chgData name="Rens van Dam" userId="cbbfe1f2-c982-4950-8b62-7b9019e18432" providerId="ADAL" clId="{01B6C708-D80A-42BF-A730-E4BEED00DD6A}" dt="2025-07-03T07:56:37.314" v="5652" actId="47"/>
        <pc:sldMkLst>
          <pc:docMk/>
          <pc:sldMk cId="988562200" sldId="290"/>
        </pc:sldMkLst>
      </pc:sldChg>
      <pc:sldChg chg="addSp delSp modSp new mod modNotesTx">
        <pc:chgData name="Rens van Dam" userId="cbbfe1f2-c982-4950-8b62-7b9019e18432" providerId="ADAL" clId="{01B6C708-D80A-42BF-A730-E4BEED00DD6A}" dt="2025-07-09T06:06:01.789" v="5939" actId="20577"/>
        <pc:sldMkLst>
          <pc:docMk/>
          <pc:sldMk cId="1458588244" sldId="291"/>
        </pc:sldMkLst>
      </pc:sldChg>
      <pc:sldChg chg="addSp delSp modSp new mod ord">
        <pc:chgData name="Rens van Dam" userId="cbbfe1f2-c982-4950-8b62-7b9019e18432" providerId="ADAL" clId="{01B6C708-D80A-42BF-A730-E4BEED00DD6A}" dt="2025-07-01T20:50:58.850" v="4501"/>
        <pc:sldMkLst>
          <pc:docMk/>
          <pc:sldMk cId="993652416" sldId="292"/>
        </pc:sldMkLst>
      </pc:sldChg>
      <pc:sldChg chg="addSp modSp new mod ord modShow">
        <pc:chgData name="Rens van Dam" userId="cbbfe1f2-c982-4950-8b62-7b9019e18432" providerId="ADAL" clId="{01B6C708-D80A-42BF-A730-E4BEED00DD6A}" dt="2025-07-03T08:26:47.812" v="5922" actId="729"/>
        <pc:sldMkLst>
          <pc:docMk/>
          <pc:sldMk cId="439584553" sldId="293"/>
        </pc:sldMkLst>
      </pc:sldChg>
      <pc:sldChg chg="modSp new del mod ord modShow">
        <pc:chgData name="Rens van Dam" userId="cbbfe1f2-c982-4950-8b62-7b9019e18432" providerId="ADAL" clId="{01B6C708-D80A-42BF-A730-E4BEED00DD6A}" dt="2025-07-09T06:06:36.478" v="5951" actId="47"/>
        <pc:sldMkLst>
          <pc:docMk/>
          <pc:sldMk cId="88284079" sldId="294"/>
        </pc:sldMkLst>
      </pc:sldChg>
      <pc:sldChg chg="addSp modSp new mod">
        <pc:chgData name="Rens van Dam" userId="cbbfe1f2-c982-4950-8b62-7b9019e18432" providerId="ADAL" clId="{01B6C708-D80A-42BF-A730-E4BEED00DD6A}" dt="2025-07-03T08:19:35.141" v="5864" actId="20577"/>
        <pc:sldMkLst>
          <pc:docMk/>
          <pc:sldMk cId="1389462623" sldId="295"/>
        </pc:sldMkLst>
      </pc:sldChg>
      <pc:sldChg chg="addSp modSp new mod">
        <pc:chgData name="Rens van Dam" userId="cbbfe1f2-c982-4950-8b62-7b9019e18432" providerId="ADAL" clId="{01B6C708-D80A-42BF-A730-E4BEED00DD6A}" dt="2025-07-03T08:26:24.089" v="5921" actId="1076"/>
        <pc:sldMkLst>
          <pc:docMk/>
          <pc:sldMk cId="4177987227" sldId="29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97681F-30FE-4AA6-BDB3-DF49C595DC65}" type="datetimeFigureOut">
              <a:rPr lang="en-NL" smtClean="0"/>
              <a:t>11/09/2025</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CAA6C5-3023-4E93-A201-85A98AF0DFAB}" type="slidenum">
              <a:rPr lang="en-NL" smtClean="0"/>
              <a:t>‹#›</a:t>
            </a:fld>
            <a:endParaRPr lang="en-NL"/>
          </a:p>
        </p:txBody>
      </p:sp>
    </p:spTree>
    <p:extLst>
      <p:ext uri="{BB962C8B-B14F-4D97-AF65-F5344CB8AC3E}">
        <p14:creationId xmlns:p14="http://schemas.microsoft.com/office/powerpoint/2010/main" val="2567457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1</a:t>
            </a:fld>
            <a:endParaRPr lang="en-NL"/>
          </a:p>
        </p:txBody>
      </p:sp>
    </p:spTree>
    <p:extLst>
      <p:ext uri="{BB962C8B-B14F-4D97-AF65-F5344CB8AC3E}">
        <p14:creationId xmlns:p14="http://schemas.microsoft.com/office/powerpoint/2010/main" val="39484264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The smallest detail you can see is approximately equal to the wavelength of light divided by 2x the numerical aperature, the lens openeing so to say. This was found already by Ernst Abbe in 1873.</a:t>
            </a:r>
          </a:p>
          <a:p>
            <a:r>
              <a:rPr lang="nl-NL" dirty="0"/>
              <a:t>Best way to think about it: if water hits the beach in Zeeland, large waves cannot ‘see’ the wooden posts, </a:t>
            </a:r>
          </a:p>
          <a:p>
            <a:endParaRPr lang="nl-NL" dirty="0"/>
          </a:p>
          <a:p>
            <a:endParaRPr lang="nl-NL" dirty="0"/>
          </a:p>
          <a:p>
            <a:r>
              <a:rPr lang="nl-NL" dirty="0"/>
              <a:t>This figure is correct, but we can’t use elctron microscopes on cells that easily: we want to use visible light to not destroy the tissue. </a:t>
            </a:r>
          </a:p>
          <a:p>
            <a:endParaRPr lang="nl-NL" dirty="0"/>
          </a:p>
          <a:p>
            <a:r>
              <a:rPr lang="nl-NL" dirty="0"/>
              <a:t>So: we are limited by lambda/2NA = 200 nm resolution for visible light. But what if we could go beyond?</a:t>
            </a:r>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2</a:t>
            </a:fld>
            <a:endParaRPr lang="en-NL"/>
          </a:p>
        </p:txBody>
      </p:sp>
    </p:spTree>
    <p:extLst>
      <p:ext uri="{BB962C8B-B14F-4D97-AF65-F5344CB8AC3E}">
        <p14:creationId xmlns:p14="http://schemas.microsoft.com/office/powerpoint/2010/main" val="3067092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The idea in macroscale: the waves of the sea in Zeeland are too large to resolve two posts close together; just like in a microscope, there is a limit to what you can see in detail for some wavelength. </a:t>
            </a:r>
          </a:p>
        </p:txBody>
      </p:sp>
      <p:sp>
        <p:nvSpPr>
          <p:cNvPr id="4" name="Slide Number Placeholder 3"/>
          <p:cNvSpPr>
            <a:spLocks noGrp="1"/>
          </p:cNvSpPr>
          <p:nvPr>
            <p:ph type="sldNum" sz="quarter" idx="5"/>
          </p:nvPr>
        </p:nvSpPr>
        <p:spPr/>
        <p:txBody>
          <a:bodyPr/>
          <a:lstStyle/>
          <a:p>
            <a:fld id="{3DCAA6C5-3023-4E93-A201-85A98AF0DFAB}" type="slidenum">
              <a:rPr lang="en-NL" smtClean="0"/>
              <a:t>3</a:t>
            </a:fld>
            <a:endParaRPr lang="en-NL"/>
          </a:p>
        </p:txBody>
      </p:sp>
    </p:spTree>
    <p:extLst>
      <p:ext uri="{BB962C8B-B14F-4D97-AF65-F5344CB8AC3E}">
        <p14:creationId xmlns:p14="http://schemas.microsoft.com/office/powerpoint/2010/main" val="39404192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There are ways to go beyond the fundamental limit of 200 nm. One of them: SMLM</a:t>
            </a:r>
          </a:p>
          <a:p>
            <a:endParaRPr lang="nl-NL" dirty="0"/>
          </a:p>
          <a:p>
            <a:r>
              <a:rPr lang="nl-NL" dirty="0"/>
              <a:t>If the night sky would be filled with stars you would not be able to count them; yet if you could take pictures where only a few are on at each moment, you can count them in the seperate images and find their positions more closely.</a:t>
            </a:r>
          </a:p>
          <a:p>
            <a:endParaRPr lang="nl-NL" dirty="0"/>
          </a:p>
          <a:p>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4</a:t>
            </a:fld>
            <a:endParaRPr lang="en-NL"/>
          </a:p>
        </p:txBody>
      </p:sp>
    </p:spTree>
    <p:extLst>
      <p:ext uri="{BB962C8B-B14F-4D97-AF65-F5344CB8AC3E}">
        <p14:creationId xmlns:p14="http://schemas.microsoft.com/office/powerpoint/2010/main" val="42840213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For normal SMLM algorithms, there is an upper bound on how dense the image can be in terms of emitters. This limit usually is about 1 emitter per diffraction limited area, and in practice 0.1 to 1 emitter per square micrometer is the density that normal algorithms perform well at.</a:t>
            </a:r>
          </a:p>
          <a:p>
            <a:endParaRPr lang="nl-NL" dirty="0"/>
          </a:p>
          <a:p>
            <a:r>
              <a:rPr lang="nl-NL" dirty="0"/>
              <a:t>However, in many cases we have higher density areas. Here, normal algorithms fail to localize the emitters properly, as it all becomes one ‘blob’.</a:t>
            </a:r>
          </a:p>
          <a:p>
            <a:endParaRPr lang="nl-NL" dirty="0"/>
          </a:p>
          <a:p>
            <a:r>
              <a:rPr lang="nl-NL" dirty="0"/>
              <a:t>This chart shows the fraction of N=1,2,3,4,5 emitters in a single subregion. For higher density locations, the number of subregions containing 2,3,4,5 emitters increases rapidly. Thus, there is a need for being able to simulate in this area.</a:t>
            </a:r>
          </a:p>
          <a:p>
            <a:r>
              <a:rPr lang="nl-NL" dirty="0"/>
              <a:t>[</a:t>
            </a:r>
            <a:r>
              <a:rPr lang="en-US" dirty="0"/>
              <a:t>within a 8σPSF×8σPSF square sub-region (</a:t>
            </a:r>
            <a:r>
              <a:rPr lang="en-US" dirty="0" err="1"/>
              <a:t>σPSF</a:t>
            </a:r>
            <a:r>
              <a:rPr lang="en-US" dirty="0"/>
              <a:t> = 127 nm)]</a:t>
            </a:r>
          </a:p>
          <a:p>
            <a:endParaRPr lang="en-US" dirty="0"/>
          </a:p>
          <a:p>
            <a:endParaRPr lang="nl-NL" dirty="0"/>
          </a:p>
        </p:txBody>
      </p:sp>
      <p:sp>
        <p:nvSpPr>
          <p:cNvPr id="4" name="Slide Number Placeholder 3"/>
          <p:cNvSpPr>
            <a:spLocks noGrp="1"/>
          </p:cNvSpPr>
          <p:nvPr>
            <p:ph type="sldNum" sz="quarter" idx="5"/>
          </p:nvPr>
        </p:nvSpPr>
        <p:spPr/>
        <p:txBody>
          <a:bodyPr/>
          <a:lstStyle/>
          <a:p>
            <a:fld id="{3DCAA6C5-3023-4E93-A201-85A98AF0DFAB}" type="slidenum">
              <a:rPr lang="en-NL" smtClean="0"/>
              <a:t>9</a:t>
            </a:fld>
            <a:endParaRPr lang="en-NL"/>
          </a:p>
        </p:txBody>
      </p:sp>
    </p:spTree>
    <p:extLst>
      <p:ext uri="{BB962C8B-B14F-4D97-AF65-F5344CB8AC3E}">
        <p14:creationId xmlns:p14="http://schemas.microsoft.com/office/powerpoint/2010/main" val="251342287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We define a high emitter density region as a region with &gt;1 emitters/ micrometer squared.</a:t>
            </a:r>
          </a:p>
          <a:p>
            <a:endParaRPr lang="nl-NL" dirty="0"/>
          </a:p>
          <a:p>
            <a:r>
              <a:rPr lang="nl-NL" dirty="0"/>
              <a:t>We will now get two very busy slides that summarize my code. Get ready</a:t>
            </a:r>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10</a:t>
            </a:fld>
            <a:endParaRPr lang="en-NL"/>
          </a:p>
        </p:txBody>
      </p:sp>
    </p:spTree>
    <p:extLst>
      <p:ext uri="{BB962C8B-B14F-4D97-AF65-F5344CB8AC3E}">
        <p14:creationId xmlns:p14="http://schemas.microsoft.com/office/powerpoint/2010/main" val="36672952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In this slide, emphesize the relevant stages:</a:t>
            </a:r>
          </a:p>
          <a:p>
            <a:pPr marL="0" indent="0">
              <a:buNone/>
            </a:pPr>
            <a:endParaRPr lang="nl-NL" dirty="0"/>
          </a:p>
          <a:p>
            <a:pPr marL="0" marR="0" lvl="0" indent="0" algn="l" defTabSz="914400" rtl="0" eaLnBrk="1" fontAlgn="auto" latinLnBrk="0" hangingPunct="1">
              <a:lnSpc>
                <a:spcPct val="100000"/>
              </a:lnSpc>
              <a:spcBef>
                <a:spcPts val="0"/>
              </a:spcBef>
              <a:spcAft>
                <a:spcPts val="0"/>
              </a:spcAft>
              <a:buClrTx/>
              <a:buSzTx/>
              <a:buFontTx/>
              <a:buNone/>
              <a:tabLst/>
              <a:defRPr/>
            </a:pPr>
            <a:r>
              <a:rPr lang="nl-NL" dirty="0"/>
              <a:t>A) Scanning loop (for every scan position, i create a measurement on the SPAD sensor.</a:t>
            </a:r>
          </a:p>
          <a:p>
            <a:pPr marL="0" indent="0">
              <a:buNone/>
            </a:pPr>
            <a:r>
              <a:rPr lang="nl-NL" dirty="0"/>
              <a:t>B) Emitter loop (for every emitter, I simulate a photon stream according to the excitation and emission rate that is specified. These are combined and detected.</a:t>
            </a:r>
          </a:p>
          <a:p>
            <a:pPr marL="0" indent="0">
              <a:buNone/>
            </a:pPr>
            <a:r>
              <a:rPr lang="nl-NL" dirty="0"/>
              <a:t>C) Generating the final results </a:t>
            </a:r>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11</a:t>
            </a:fld>
            <a:endParaRPr lang="en-NL"/>
          </a:p>
        </p:txBody>
      </p:sp>
    </p:spTree>
    <p:extLst>
      <p:ext uri="{BB962C8B-B14F-4D97-AF65-F5344CB8AC3E}">
        <p14:creationId xmlns:p14="http://schemas.microsoft.com/office/powerpoint/2010/main" val="6080024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The parts of localization:</a:t>
            </a:r>
          </a:p>
          <a:p>
            <a:endParaRPr lang="nl-NL" b="1" dirty="0"/>
          </a:p>
          <a:p>
            <a:pPr marL="228600" indent="-228600">
              <a:buAutoNum type="arabicParenR"/>
            </a:pPr>
            <a:r>
              <a:rPr lang="nl-NL" b="1" dirty="0"/>
              <a:t>ROI finding</a:t>
            </a:r>
            <a:r>
              <a:rPr lang="nl-NL" dirty="0"/>
              <a:t>: i use a richardson-lucy algorithm and the known PSF to deconvolve the g2 image. This way, I generate an image with even less overlap and more distinct ROI’s. </a:t>
            </a:r>
          </a:p>
          <a:p>
            <a:pPr marL="228600" marR="0" lvl="0" indent="-228600" algn="l" defTabSz="914400" rtl="0" eaLnBrk="1" fontAlgn="auto" latinLnBrk="0" hangingPunct="1">
              <a:lnSpc>
                <a:spcPct val="100000"/>
              </a:lnSpc>
              <a:spcBef>
                <a:spcPts val="0"/>
              </a:spcBef>
              <a:spcAft>
                <a:spcPts val="0"/>
              </a:spcAft>
              <a:buClrTx/>
              <a:buSzTx/>
              <a:buFontTx/>
              <a:buAutoNum type="arabicParenR"/>
              <a:tabLst/>
              <a:defRPr/>
            </a:pPr>
            <a:r>
              <a:rPr lang="nl-NL" b="1" dirty="0"/>
              <a:t>Emitter estimation for every ROI: </a:t>
            </a:r>
            <a:r>
              <a:rPr lang="nl-NL" dirty="0"/>
              <a:t>For each of these ROI’s that I then have, i estimate the emitters: I overlap the number_of_emitters_map with the roi’s and for every roi, take the max value for the n_emitters on that ROI. That is my initial emitter number for that roi.</a:t>
            </a:r>
            <a:endParaRPr lang="nl-NL" b="1" dirty="0"/>
          </a:p>
          <a:p>
            <a:pPr marL="228600" indent="-228600">
              <a:buAutoNum type="arabicParenR"/>
            </a:pPr>
            <a:r>
              <a:rPr lang="nl-NL" b="1" dirty="0"/>
              <a:t>Optimization/localization </a:t>
            </a:r>
            <a:r>
              <a:rPr lang="nl-NL" dirty="0"/>
              <a:t>loop including regularization on emitter count. I use the inital #emitters and calculate the RSS (50% G2, 50% intensity) with a regularization (punishment) term for the emitter count. What is the coefficient for the regularization term? Good question. This is still a </a:t>
            </a:r>
            <a:r>
              <a:rPr lang="nl-NL" b="1" dirty="0"/>
              <a:t>limitation</a:t>
            </a:r>
            <a:r>
              <a:rPr lang="nl-NL" b="0" dirty="0"/>
              <a:t>: it is something manually installed. After such a localizaition (minimization of RSS), I add ánd substract 1 emitter and do it again for both and then compare RSS. If an improvement is found, i adopt this new emitter count and do this again; else, i stop.</a:t>
            </a:r>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12</a:t>
            </a:fld>
            <a:endParaRPr lang="en-NL"/>
          </a:p>
        </p:txBody>
      </p:sp>
    </p:spTree>
    <p:extLst>
      <p:ext uri="{BB962C8B-B14F-4D97-AF65-F5344CB8AC3E}">
        <p14:creationId xmlns:p14="http://schemas.microsoft.com/office/powerpoint/2010/main" val="907173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Show successful ISM implementation</a:t>
            </a:r>
          </a:p>
          <a:p>
            <a:endParaRPr lang="nl-NL" dirty="0"/>
          </a:p>
          <a:p>
            <a:r>
              <a:rPr lang="nl-NL" dirty="0"/>
              <a:t>Sigma = lambda/4NA, lambda emission wavelength</a:t>
            </a:r>
          </a:p>
          <a:p>
            <a:endParaRPr lang="nl-NL" dirty="0"/>
          </a:p>
          <a:p>
            <a:r>
              <a:rPr lang="nl-NL" dirty="0"/>
              <a:t>1.33x improvement by ISM, 1.44x theoretical</a:t>
            </a:r>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14</a:t>
            </a:fld>
            <a:endParaRPr lang="en-NL"/>
          </a:p>
        </p:txBody>
      </p:sp>
    </p:spTree>
    <p:extLst>
      <p:ext uri="{BB962C8B-B14F-4D97-AF65-F5344CB8AC3E}">
        <p14:creationId xmlns:p14="http://schemas.microsoft.com/office/powerpoint/2010/main" val="206341642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15</a:t>
            </a:fld>
            <a:endParaRPr lang="en-NL"/>
          </a:p>
        </p:txBody>
      </p:sp>
    </p:spTree>
    <p:extLst>
      <p:ext uri="{BB962C8B-B14F-4D97-AF65-F5344CB8AC3E}">
        <p14:creationId xmlns:p14="http://schemas.microsoft.com/office/powerpoint/2010/main" val="40059522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Show results of noise types present in a spad: what is the limiting factor? What noise is less important?</a:t>
            </a:r>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17</a:t>
            </a:fld>
            <a:endParaRPr lang="en-NL"/>
          </a:p>
        </p:txBody>
      </p:sp>
    </p:spTree>
    <p:extLst>
      <p:ext uri="{BB962C8B-B14F-4D97-AF65-F5344CB8AC3E}">
        <p14:creationId xmlns:p14="http://schemas.microsoft.com/office/powerpoint/2010/main" val="31210790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1 emitter / um2 : 63 +/- 10 nm localization ; 0.96 detection rate</a:t>
            </a:r>
          </a:p>
          <a:p>
            <a:r>
              <a:rPr lang="nl-NL" dirty="0"/>
              <a:t>5 emitters / um2: 95 +/- 11 nm localization; 0.73 detection rate</a:t>
            </a:r>
          </a:p>
          <a:p>
            <a:endParaRPr lang="nl-NL" dirty="0"/>
          </a:p>
          <a:p>
            <a:r>
              <a:rPr lang="nl-NL" dirty="0"/>
              <a:t>FOR 0.5 ms dwell time:</a:t>
            </a:r>
          </a:p>
          <a:p>
            <a:r>
              <a:rPr lang="nl-NL" dirty="0"/>
              <a:t> 1 emitter / um2: 64 ± 10 nm localization, 0.96 detection rate.</a:t>
            </a:r>
          </a:p>
          <a:p>
            <a:r>
              <a:rPr lang="nl-NL" dirty="0"/>
              <a:t>5 emitters / um2: </a:t>
            </a:r>
            <a:r>
              <a:rPr lang="en-NL" dirty="0"/>
              <a:t>74 ± 4</a:t>
            </a:r>
            <a:r>
              <a:rPr lang="nl-NL" dirty="0"/>
              <a:t> nm localization, 0.998 detection rate</a:t>
            </a:r>
          </a:p>
        </p:txBody>
      </p:sp>
      <p:sp>
        <p:nvSpPr>
          <p:cNvPr id="4" name="Slide Number Placeholder 3"/>
          <p:cNvSpPr>
            <a:spLocks noGrp="1"/>
          </p:cNvSpPr>
          <p:nvPr>
            <p:ph type="sldNum" sz="quarter" idx="5"/>
          </p:nvPr>
        </p:nvSpPr>
        <p:spPr/>
        <p:txBody>
          <a:bodyPr/>
          <a:lstStyle/>
          <a:p>
            <a:fld id="{3DCAA6C5-3023-4E93-A201-85A98AF0DFAB}" type="slidenum">
              <a:rPr lang="en-NL" smtClean="0"/>
              <a:t>19</a:t>
            </a:fld>
            <a:endParaRPr lang="en-NL"/>
          </a:p>
        </p:txBody>
      </p:sp>
    </p:spTree>
    <p:extLst>
      <p:ext uri="{BB962C8B-B14F-4D97-AF65-F5344CB8AC3E}">
        <p14:creationId xmlns:p14="http://schemas.microsoft.com/office/powerpoint/2010/main" val="13797645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dirty="0"/>
              <a:t>Regarding Q-ISM: in the 2019 paper by Tenne they use 200 ms dwell times. So: 200x intensity</a:t>
            </a:r>
            <a:endParaRPr lang="en-NL" dirty="0"/>
          </a:p>
        </p:txBody>
      </p:sp>
      <p:sp>
        <p:nvSpPr>
          <p:cNvPr id="4" name="Slide Number Placeholder 3"/>
          <p:cNvSpPr>
            <a:spLocks noGrp="1"/>
          </p:cNvSpPr>
          <p:nvPr>
            <p:ph type="sldNum" sz="quarter" idx="5"/>
          </p:nvPr>
        </p:nvSpPr>
        <p:spPr/>
        <p:txBody>
          <a:bodyPr/>
          <a:lstStyle/>
          <a:p>
            <a:fld id="{3DCAA6C5-3023-4E93-A201-85A98AF0DFAB}" type="slidenum">
              <a:rPr lang="en-NL" smtClean="0"/>
              <a:t>22</a:t>
            </a:fld>
            <a:endParaRPr lang="en-NL"/>
          </a:p>
        </p:txBody>
      </p:sp>
    </p:spTree>
    <p:extLst>
      <p:ext uri="{BB962C8B-B14F-4D97-AF65-F5344CB8AC3E}">
        <p14:creationId xmlns:p14="http://schemas.microsoft.com/office/powerpoint/2010/main" val="3195883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Alleen titel">
    <p:spTree>
      <p:nvGrpSpPr>
        <p:cNvPr id="1" name=""/>
        <p:cNvGrpSpPr/>
        <p:nvPr/>
      </p:nvGrpSpPr>
      <p:grpSpPr>
        <a:xfrm>
          <a:off x="0" y="0"/>
          <a:ext cx="0" cy="0"/>
          <a:chOff x="0" y="0"/>
          <a:chExt cx="0" cy="0"/>
        </a:xfrm>
      </p:grpSpPr>
      <p:grpSp>
        <p:nvGrpSpPr>
          <p:cNvPr id="319" name="Group 4"/>
          <p:cNvGrpSpPr/>
          <p:nvPr/>
        </p:nvGrpSpPr>
        <p:grpSpPr>
          <a:xfrm>
            <a:off x="698501" y="5884314"/>
            <a:ext cx="1454912" cy="577167"/>
            <a:chOff x="0" y="0"/>
            <a:chExt cx="1454911" cy="577165"/>
          </a:xfrm>
        </p:grpSpPr>
        <p:sp>
          <p:nvSpPr>
            <p:cNvPr id="31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1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31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1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320" name="Plaats hier je titel"/>
          <p:cNvSpPr txBox="1">
            <a:spLocks noGrp="1"/>
          </p:cNvSpPr>
          <p:nvPr>
            <p:ph type="title" hasCustomPrompt="1"/>
          </p:nvPr>
        </p:nvSpPr>
        <p:spPr>
          <a:xfrm>
            <a:off x="698500" y="741499"/>
            <a:ext cx="10775071" cy="490401"/>
          </a:xfrm>
          <a:prstGeom prst="rect">
            <a:avLst/>
          </a:prstGeom>
        </p:spPr>
        <p:txBody>
          <a:bodyPr>
            <a:normAutofit/>
          </a:bodyPr>
          <a:lstStyle/>
          <a:p>
            <a:r>
              <a:t>Plaats hier je titel</a:t>
            </a:r>
          </a:p>
        </p:txBody>
      </p:sp>
      <p:sp>
        <p:nvSpPr>
          <p:cNvPr id="321" name="Slide Number"/>
          <p:cNvSpPr txBox="1">
            <a:spLocks noGrp="1"/>
          </p:cNvSpPr>
          <p:nvPr>
            <p:ph type="sldNum" sz="quarter" idx="2"/>
          </p:nvPr>
        </p:nvSpPr>
        <p:spPr>
          <a:xfrm>
            <a:off x="11289785" y="6246130"/>
            <a:ext cx="182216" cy="172815"/>
          </a:xfrm>
          <a:prstGeom prst="rect">
            <a:avLst/>
          </a:prstGeom>
        </p:spPr>
        <p:txBody>
          <a:bodyPr/>
          <a:lstStyle/>
          <a:p>
            <a:fld id="{FAC19962-6D7C-4628-A2A3-B00658EE5862}" type="slidenum">
              <a:rPr lang="en-US" smtClean="0"/>
              <a:t>‹#›</a:t>
            </a:fld>
            <a:endParaRPr lang="en-US"/>
          </a:p>
        </p:txBody>
      </p:sp>
      <p:sp>
        <p:nvSpPr>
          <p:cNvPr id="322" name="Tekstvak 4"/>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Alleen</a:t>
            </a:r>
            <a:r>
              <a:rPr dirty="0">
                <a:solidFill>
                  <a:schemeClr val="tx1"/>
                </a:solidFill>
              </a:rPr>
              <a:t> </a:t>
            </a:r>
            <a:r>
              <a:rPr dirty="0" err="1">
                <a:solidFill>
                  <a:schemeClr val="tx1"/>
                </a:solidFill>
              </a:rPr>
              <a:t>titel</a:t>
            </a:r>
            <a:endParaRPr dirty="0">
              <a:solidFill>
                <a:schemeClr val="tx1"/>
              </a:solidFill>
            </a:endParaRPr>
          </a:p>
        </p:txBody>
      </p:sp>
      <p:grpSp>
        <p:nvGrpSpPr>
          <p:cNvPr id="2" name="Group 1">
            <a:extLst>
              <a:ext uri="{FF2B5EF4-FFF2-40B4-BE49-F238E27FC236}">
                <a16:creationId xmlns:a16="http://schemas.microsoft.com/office/drawing/2014/main" id="{6FE6D7CA-9B46-E46C-4222-849038041943}"/>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774D29EA-407C-4524-6C19-F737EE7699ED}"/>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CC64BF20-4BC3-FA04-C40E-D888551904E9}"/>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C4A19F5E-D5B5-6F9D-BE70-820A390364A4}"/>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093F9051-E1B6-92A9-8DA0-E47F12B53FDC}"/>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2B3B4B1D-DA21-F8F5-C036-D0B299E483E3}"/>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AB3007CB-EB9C-A432-8151-C9442B931E40}"/>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ACAB154C-089A-A075-1805-29C1C2E70E56}"/>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4975C522-E3F7-761C-A193-701C081C30E0}"/>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CD620E3A-4A5E-11A5-8454-25937019C344}"/>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C0F68169-6A7C-1331-DF1A-C1CAD0E849A5}"/>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0B2556FE-2BDA-7278-70CF-4B41F0FBF310}"/>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15285EFF-69DC-6DB0-81B1-5EF3809004B0}"/>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4A11A2BD-88AD-B54E-F524-3A40D2032849}"/>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196580311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ekst">
    <p:spTree>
      <p:nvGrpSpPr>
        <p:cNvPr id="1" name=""/>
        <p:cNvGrpSpPr/>
        <p:nvPr/>
      </p:nvGrpSpPr>
      <p:grpSpPr>
        <a:xfrm>
          <a:off x="0" y="0"/>
          <a:ext cx="0" cy="0"/>
          <a:chOff x="0" y="0"/>
          <a:chExt cx="0" cy="0"/>
        </a:xfrm>
      </p:grpSpPr>
      <p:grpSp>
        <p:nvGrpSpPr>
          <p:cNvPr id="371" name="Group 4"/>
          <p:cNvGrpSpPr/>
          <p:nvPr/>
        </p:nvGrpSpPr>
        <p:grpSpPr>
          <a:xfrm>
            <a:off x="698501" y="5884314"/>
            <a:ext cx="1454912" cy="577167"/>
            <a:chOff x="0" y="0"/>
            <a:chExt cx="1454911" cy="577165"/>
          </a:xfrm>
        </p:grpSpPr>
        <p:sp>
          <p:nvSpPr>
            <p:cNvPr id="363"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64"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5"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6"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7"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368"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69"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70"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372" name="Plaats hier je titel"/>
          <p:cNvSpPr txBox="1">
            <a:spLocks noGrp="1"/>
          </p:cNvSpPr>
          <p:nvPr>
            <p:ph type="title" hasCustomPrompt="1"/>
          </p:nvPr>
        </p:nvSpPr>
        <p:spPr>
          <a:xfrm>
            <a:off x="698500" y="741499"/>
            <a:ext cx="10775071" cy="490401"/>
          </a:xfrm>
          <a:prstGeom prst="rect">
            <a:avLst/>
          </a:prstGeom>
        </p:spPr>
        <p:txBody>
          <a:bodyPr>
            <a:normAutofit/>
          </a:bodyPr>
          <a:lstStyle/>
          <a:p>
            <a:r>
              <a:t>Plaats hier je titel</a:t>
            </a:r>
          </a:p>
        </p:txBody>
      </p:sp>
      <p:sp>
        <p:nvSpPr>
          <p:cNvPr id="373" name="Body Level One…"/>
          <p:cNvSpPr txBox="1">
            <a:spLocks noGrp="1"/>
          </p:cNvSpPr>
          <p:nvPr>
            <p:ph type="body" idx="1" hasCustomPrompt="1"/>
          </p:nvPr>
        </p:nvSpPr>
        <p:spPr>
          <a:xfrm>
            <a:off x="698500" y="1591900"/>
            <a:ext cx="10773500" cy="4356464"/>
          </a:xfrm>
          <a:prstGeom prst="rect">
            <a:avLst/>
          </a:prstGeom>
        </p:spPr>
        <p:txBody>
          <a:bodyPr>
            <a:normAutofit/>
          </a:bodyPr>
          <a:lstStyle/>
          <a:p>
            <a:r>
              <a:t>Klik hier om een bullet te plaatsen.</a:t>
            </a:r>
          </a:p>
          <a:p>
            <a:pPr lvl="1"/>
            <a:endParaRPr/>
          </a:p>
          <a:p>
            <a:pPr lvl="2"/>
            <a:endParaRPr/>
          </a:p>
          <a:p>
            <a:pPr lvl="3"/>
            <a:endParaRPr/>
          </a:p>
          <a:p>
            <a:pPr lvl="4"/>
            <a:endParaRPr/>
          </a:p>
        </p:txBody>
      </p:sp>
      <p:sp>
        <p:nvSpPr>
          <p:cNvPr id="374" name="Slide Number"/>
          <p:cNvSpPr txBox="1">
            <a:spLocks noGrp="1"/>
          </p:cNvSpPr>
          <p:nvPr>
            <p:ph type="sldNum" sz="quarter" idx="2"/>
          </p:nvPr>
        </p:nvSpPr>
        <p:spPr>
          <a:xfrm>
            <a:off x="11289785" y="6246130"/>
            <a:ext cx="182216" cy="172815"/>
          </a:xfrm>
          <a:prstGeom prst="rect">
            <a:avLst/>
          </a:prstGeom>
        </p:spPr>
        <p:txBody>
          <a:bodyPr/>
          <a:lstStyle/>
          <a:p>
            <a:fld id="{FAC19962-6D7C-4628-A2A3-B00658EE5862}" type="slidenum">
              <a:rPr lang="en-US" smtClean="0"/>
              <a:t>‹#›</a:t>
            </a:fld>
            <a:endParaRPr lang="en-US"/>
          </a:p>
        </p:txBody>
      </p:sp>
      <p:sp>
        <p:nvSpPr>
          <p:cNvPr id="375"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Tekst</a:t>
            </a:r>
            <a:endParaRPr dirty="0">
              <a:solidFill>
                <a:schemeClr val="tx1"/>
              </a:solidFill>
            </a:endParaRPr>
          </a:p>
        </p:txBody>
      </p:sp>
      <p:grpSp>
        <p:nvGrpSpPr>
          <p:cNvPr id="2" name="Group 1">
            <a:extLst>
              <a:ext uri="{FF2B5EF4-FFF2-40B4-BE49-F238E27FC236}">
                <a16:creationId xmlns:a16="http://schemas.microsoft.com/office/drawing/2014/main" id="{337606E3-5A65-5FC6-0F33-5B19C2F9C37D}"/>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39E2278B-0776-BB2D-6677-4E104E3A822A}"/>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3ADFB4AB-E027-3F09-C483-BFEAD5D8984E}"/>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0C761F62-739D-9655-0498-504DD7E9B272}"/>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5BF9CAEB-5882-EB26-8ADA-2832D38D0932}"/>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3C1F6A6C-315F-A29A-2454-A4FDE962B3D8}"/>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2B102860-4CFC-3DA2-94A0-0275EE0CC171}"/>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7B6346ED-FE56-9698-D104-AB68843C7989}"/>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523C3F3A-E7FE-8FFD-831B-536D27193C5F}"/>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B53881C8-8D0E-1FAA-C91E-877D30464898}"/>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0FA222B2-0F79-D9B3-8D69-966428708B28}"/>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452459A5-C7E3-423B-467D-1169062E280C}"/>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73EC423D-7B54-EAEE-6AA2-4DCA2EBC2959}"/>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2EE6D85D-9180-4FFB-4E4B-AEF2E7949CE1}"/>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1685194989"/>
      </p:ext>
    </p:extLst>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ekst (Wit)">
    <p:spTree>
      <p:nvGrpSpPr>
        <p:cNvPr id="1" name=""/>
        <p:cNvGrpSpPr/>
        <p:nvPr/>
      </p:nvGrpSpPr>
      <p:grpSpPr>
        <a:xfrm>
          <a:off x="0" y="0"/>
          <a:ext cx="0" cy="0"/>
          <a:chOff x="0" y="0"/>
          <a:chExt cx="0" cy="0"/>
        </a:xfrm>
      </p:grpSpPr>
      <p:grpSp>
        <p:nvGrpSpPr>
          <p:cNvPr id="692" name="Group 4"/>
          <p:cNvGrpSpPr/>
          <p:nvPr/>
        </p:nvGrpSpPr>
        <p:grpSpPr>
          <a:xfrm>
            <a:off x="698501" y="5884314"/>
            <a:ext cx="1454912" cy="577167"/>
            <a:chOff x="0" y="0"/>
            <a:chExt cx="1454911" cy="577165"/>
          </a:xfrm>
        </p:grpSpPr>
        <p:sp>
          <p:nvSpPr>
            <p:cNvPr id="684"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685"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86"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87"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88"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689"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90"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691"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693" name="Body Level One…"/>
          <p:cNvSpPr txBox="1">
            <a:spLocks noGrp="1"/>
          </p:cNvSpPr>
          <p:nvPr>
            <p:ph type="body" idx="1"/>
          </p:nvPr>
        </p:nvSpPr>
        <p:spPr>
          <a:xfrm>
            <a:off x="698498" y="718513"/>
            <a:ext cx="10798176" cy="5229851"/>
          </a:xfrm>
          <a:prstGeom prst="rect">
            <a:avLst/>
          </a:prstGeom>
        </p:spPr>
        <p:txBody>
          <a:bodyPr anchor="ctr">
            <a:normAutofit/>
          </a:bodyPr>
          <a:lstStyle>
            <a:lvl1pPr marL="0" indent="0" algn="ctr">
              <a:buClrTx/>
              <a:buSzTx/>
              <a:buNone/>
              <a:defRPr sz="4400">
                <a:latin typeface="Roboto Slab Regular Regular"/>
                <a:ea typeface="Roboto Slab Regular Regular"/>
                <a:cs typeface="Roboto Slab Regular Regular"/>
                <a:sym typeface="Roboto Slab Regular Regular"/>
              </a:defRPr>
            </a:lvl1pPr>
            <a:lvl2pPr marL="0" indent="0" algn="ctr">
              <a:buClrTx/>
              <a:buSzTx/>
              <a:buNone/>
              <a:defRPr sz="4400">
                <a:latin typeface="Roboto Slab Regular Regular"/>
                <a:ea typeface="Roboto Slab Regular Regular"/>
                <a:cs typeface="Roboto Slab Regular Regular"/>
                <a:sym typeface="Roboto Slab Regular Regular"/>
              </a:defRPr>
            </a:lvl2pPr>
            <a:lvl3pPr algn="ctr">
              <a:buClrTx/>
              <a:buFontTx/>
              <a:defRPr sz="4400">
                <a:latin typeface="Roboto Slab Regular Regular"/>
                <a:ea typeface="Roboto Slab Regular Regular"/>
                <a:cs typeface="Roboto Slab Regular Regular"/>
                <a:sym typeface="Roboto Slab Regular Regular"/>
              </a:defRPr>
            </a:lvl3pPr>
            <a:lvl4pPr algn="ctr">
              <a:buClrTx/>
              <a:buFontTx/>
              <a:defRPr sz="4400">
                <a:latin typeface="Roboto Slab Regular Regular"/>
                <a:ea typeface="Roboto Slab Regular Regular"/>
                <a:cs typeface="Roboto Slab Regular Regular"/>
                <a:sym typeface="Roboto Slab Regular Regular"/>
              </a:defRPr>
            </a:lvl4pPr>
            <a:lvl5pPr marL="0" indent="0" algn="ctr">
              <a:buClrTx/>
              <a:buSzTx/>
              <a:buFontTx/>
              <a:buNone/>
              <a:defRPr sz="4400">
                <a:latin typeface="Roboto Slab Regular Regular"/>
                <a:ea typeface="Roboto Slab Regular Regular"/>
                <a:cs typeface="Roboto Slab Regular Regular"/>
                <a:sym typeface="Roboto Slab Regular Regul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694"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Tekst</a:t>
            </a:r>
            <a:r>
              <a:rPr dirty="0">
                <a:solidFill>
                  <a:schemeClr val="tx1"/>
                </a:solidFill>
              </a:rPr>
              <a:t> (Wit)</a:t>
            </a:r>
          </a:p>
        </p:txBody>
      </p:sp>
      <p:sp>
        <p:nvSpPr>
          <p:cNvPr id="708" name="Slide Number"/>
          <p:cNvSpPr txBox="1">
            <a:spLocks noGrp="1"/>
          </p:cNvSpPr>
          <p:nvPr>
            <p:ph type="sldNum" sz="quarter" idx="2"/>
          </p:nvPr>
        </p:nvSpPr>
        <p:spPr>
          <a:xfrm>
            <a:off x="11289785" y="6246130"/>
            <a:ext cx="182216" cy="172815"/>
          </a:xfrm>
          <a:prstGeom prst="rect">
            <a:avLst/>
          </a:prstGeom>
        </p:spPr>
        <p:txBody>
          <a:bodyPr/>
          <a:lstStyle/>
          <a:p>
            <a:fld id="{FAC19962-6D7C-4628-A2A3-B00658EE5862}" type="slidenum">
              <a:rPr lang="en-US" smtClean="0"/>
              <a:t>‹#›</a:t>
            </a:fld>
            <a:endParaRPr lang="en-US"/>
          </a:p>
        </p:txBody>
      </p:sp>
      <p:grpSp>
        <p:nvGrpSpPr>
          <p:cNvPr id="2" name="Group 1">
            <a:extLst>
              <a:ext uri="{FF2B5EF4-FFF2-40B4-BE49-F238E27FC236}">
                <a16:creationId xmlns:a16="http://schemas.microsoft.com/office/drawing/2014/main" id="{96C294A7-9E89-BBF9-ACEC-E1B0EE6C7558}"/>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CEDF56E0-65DC-DB14-0424-856A36460EE9}"/>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DA52D894-1346-17A2-579D-DDB5A8193E03}"/>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69A3717E-4E67-A0CF-0267-55C2CCC39140}"/>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FE1FD93E-E718-273C-61F5-49A4BF85536F}"/>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8FC0CE83-C6C3-E898-FF2A-7C5D87F3A4C0}"/>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6C2C962B-4AFB-BAFA-3387-CC58C2C2E5D8}"/>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84C1147C-28F3-5282-C4C1-2965C6BAD438}"/>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51A3CB89-269F-4D60-28C8-7436E8344F80}"/>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4506FAC0-42D4-ED8F-3ACD-33C65C573E6B}"/>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882B984B-E77F-D6E1-438A-F3F3AC0F6936}"/>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A304DA1C-F988-B353-D7F2-361D6AAB35C4}"/>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9AF57F1C-4D90-9529-9418-7C8287FBB247}"/>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60B90420-9BB2-7DBB-B650-04518FE5B6A9}"/>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2695610218"/>
      </p:ext>
    </p:extLst>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Tekst en Beeld (S)">
    <p:spTree>
      <p:nvGrpSpPr>
        <p:cNvPr id="1" name=""/>
        <p:cNvGrpSpPr/>
        <p:nvPr/>
      </p:nvGrpSpPr>
      <p:grpSpPr>
        <a:xfrm>
          <a:off x="0" y="0"/>
          <a:ext cx="0" cy="0"/>
          <a:chOff x="0" y="0"/>
          <a:chExt cx="0" cy="0"/>
        </a:xfrm>
      </p:grpSpPr>
      <p:grpSp>
        <p:nvGrpSpPr>
          <p:cNvPr id="857" name="Group 4"/>
          <p:cNvGrpSpPr/>
          <p:nvPr/>
        </p:nvGrpSpPr>
        <p:grpSpPr>
          <a:xfrm>
            <a:off x="698501" y="5884314"/>
            <a:ext cx="1454912" cy="577167"/>
            <a:chOff x="0" y="0"/>
            <a:chExt cx="1454911" cy="577165"/>
          </a:xfrm>
        </p:grpSpPr>
        <p:sp>
          <p:nvSpPr>
            <p:cNvPr id="84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85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85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85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858" name="Rechthoek 221"/>
          <p:cNvSpPr/>
          <p:nvPr/>
        </p:nvSpPr>
        <p:spPr>
          <a:xfrm>
            <a:off x="7783149" y="0"/>
            <a:ext cx="4412523"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859" name="Body Level One…"/>
          <p:cNvSpPr txBox="1">
            <a:spLocks noGrp="1"/>
          </p:cNvSpPr>
          <p:nvPr>
            <p:ph type="body" sz="half" idx="1" hasCustomPrompt="1"/>
          </p:nvPr>
        </p:nvSpPr>
        <p:spPr>
          <a:xfrm>
            <a:off x="7783149" y="0"/>
            <a:ext cx="4412523" cy="6858000"/>
          </a:xfrm>
          <a:prstGeom prst="rect">
            <a:avLst/>
          </a:prstGeom>
          <a:solidFill>
            <a:schemeClr val="accent6"/>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860" name="Tijdelijke aanduiding voor afbeelding 8"/>
          <p:cNvSpPr>
            <a:spLocks noGrp="1"/>
          </p:cNvSpPr>
          <p:nvPr>
            <p:ph type="pic" sz="half" idx="21"/>
          </p:nvPr>
        </p:nvSpPr>
        <p:spPr>
          <a:xfrm>
            <a:off x="7783149" y="1433"/>
            <a:ext cx="4408851" cy="6856567"/>
          </a:xfrm>
          <a:prstGeom prst="rect">
            <a:avLst/>
          </a:prstGeom>
          <a:solidFill>
            <a:srgbClr val="E03C31"/>
          </a:solidFill>
        </p:spPr>
        <p:txBody>
          <a:bodyPr lIns="91439" tIns="45719" rIns="91439" bIns="45719"/>
          <a:lstStyle/>
          <a:p>
            <a:r>
              <a:rPr lang="en-US"/>
              <a:t>Click icon to add picture</a:t>
            </a:r>
            <a:endParaRPr/>
          </a:p>
        </p:txBody>
      </p:sp>
      <p:sp>
        <p:nvSpPr>
          <p:cNvPr id="861" name="Plaats hier je titel"/>
          <p:cNvSpPr txBox="1">
            <a:spLocks noGrp="1"/>
          </p:cNvSpPr>
          <p:nvPr>
            <p:ph type="title" hasCustomPrompt="1"/>
          </p:nvPr>
        </p:nvSpPr>
        <p:spPr>
          <a:xfrm>
            <a:off x="705147" y="741499"/>
            <a:ext cx="6322009" cy="490401"/>
          </a:xfrm>
          <a:prstGeom prst="rect">
            <a:avLst/>
          </a:prstGeom>
        </p:spPr>
        <p:txBody>
          <a:bodyPr>
            <a:normAutofit/>
          </a:bodyPr>
          <a:lstStyle/>
          <a:p>
            <a:r>
              <a:t>Plaats hier je titel</a:t>
            </a:r>
          </a:p>
        </p:txBody>
      </p:sp>
      <p:sp>
        <p:nvSpPr>
          <p:cNvPr id="862" name="Tijdelijke aanduiding voor verticale tekst 2"/>
          <p:cNvSpPr>
            <a:spLocks noGrp="1"/>
          </p:cNvSpPr>
          <p:nvPr>
            <p:ph type="body" sz="half" idx="22"/>
          </p:nvPr>
        </p:nvSpPr>
        <p:spPr>
          <a:xfrm>
            <a:off x="705145" y="1591899"/>
            <a:ext cx="6321089" cy="4356465"/>
          </a:xfrm>
          <a:prstGeom prst="rect">
            <a:avLst/>
          </a:prstGeom>
        </p:spPr>
        <p:txBody>
          <a:bodyPr>
            <a:normAutofit/>
          </a:bodyPr>
          <a:lstStyle/>
          <a:p>
            <a:pPr lvl="0"/>
            <a:r>
              <a:rPr lang="en-US"/>
              <a:t>Click to edit Master text styles</a:t>
            </a:r>
          </a:p>
        </p:txBody>
      </p:sp>
      <p:sp>
        <p:nvSpPr>
          <p:cNvPr id="863"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Tekst</a:t>
            </a:r>
            <a:r>
              <a:rPr dirty="0">
                <a:solidFill>
                  <a:schemeClr val="tx1"/>
                </a:solidFill>
              </a:rPr>
              <a:t> </a:t>
            </a:r>
            <a:r>
              <a:rPr dirty="0" err="1">
                <a:solidFill>
                  <a:schemeClr val="tx1"/>
                </a:solidFill>
              </a:rPr>
              <a:t>en</a:t>
            </a:r>
            <a:r>
              <a:rPr dirty="0">
                <a:solidFill>
                  <a:schemeClr val="tx1"/>
                </a:solidFill>
              </a:rPr>
              <a:t> </a:t>
            </a:r>
            <a:r>
              <a:rPr dirty="0" err="1">
                <a:solidFill>
                  <a:schemeClr val="tx1"/>
                </a:solidFill>
              </a:rPr>
              <a:t>Beeld</a:t>
            </a:r>
            <a:r>
              <a:rPr dirty="0">
                <a:solidFill>
                  <a:schemeClr val="tx1"/>
                </a:solidFill>
              </a:rPr>
              <a:t> (S)</a:t>
            </a:r>
          </a:p>
        </p:txBody>
      </p:sp>
      <p:sp>
        <p:nvSpPr>
          <p:cNvPr id="864"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FAC19962-6D7C-4628-A2A3-B00658EE5862}" type="slidenum">
              <a:rPr lang="en-US" smtClean="0"/>
              <a:t>‹#›</a:t>
            </a:fld>
            <a:endParaRPr lang="en-US"/>
          </a:p>
        </p:txBody>
      </p:sp>
      <p:grpSp>
        <p:nvGrpSpPr>
          <p:cNvPr id="2" name="Group 1">
            <a:extLst>
              <a:ext uri="{FF2B5EF4-FFF2-40B4-BE49-F238E27FC236}">
                <a16:creationId xmlns:a16="http://schemas.microsoft.com/office/drawing/2014/main" id="{A8F43A05-1AEE-4D52-49F8-3290311B02BC}"/>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BF1C8A38-2E01-D956-149B-EB84AB090755}"/>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C26032A3-3F59-91AD-569E-E9C9BF3BA867}"/>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7F26B1E4-270A-1D07-BFD8-BBDEA4A498DA}"/>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46EDA3F2-C82D-1DC7-2E6F-1F96205DF234}"/>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707959C2-12C5-ACBA-4EB5-5C4443E8987E}"/>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0D1E0333-23B5-A446-BCBB-DA3275F1E904}"/>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EAA9EC20-1D5B-3F0A-FAFB-A9FC6D2AD796}"/>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08A6CBCC-B529-1C49-C013-817E41F5C018}"/>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AEEB7B5B-08E4-D314-3194-23B4A68E2C45}"/>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FD997151-4E9D-84B1-01A1-DF2600FB1C59}"/>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C9DF3530-CDAC-1D69-7A49-162911F75EE3}"/>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D56B953E-05E9-952B-EB91-DE0BB6D78D35}"/>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E975DC0D-5A34-1AE8-E78D-BF4483A06D9A}"/>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1305316880"/>
      </p:ext>
    </p:extLst>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x">
  <p:cSld name="Tekst en Beeld (M)">
    <p:spTree>
      <p:nvGrpSpPr>
        <p:cNvPr id="1" name=""/>
        <p:cNvGrpSpPr/>
        <p:nvPr/>
      </p:nvGrpSpPr>
      <p:grpSpPr>
        <a:xfrm>
          <a:off x="0" y="0"/>
          <a:ext cx="0" cy="0"/>
          <a:chOff x="0" y="0"/>
          <a:chExt cx="0" cy="0"/>
        </a:xfrm>
      </p:grpSpPr>
      <p:grpSp>
        <p:nvGrpSpPr>
          <p:cNvPr id="1077" name="Group 4"/>
          <p:cNvGrpSpPr/>
          <p:nvPr/>
        </p:nvGrpSpPr>
        <p:grpSpPr>
          <a:xfrm>
            <a:off x="698501" y="5884314"/>
            <a:ext cx="1454912" cy="577167"/>
            <a:chOff x="0" y="0"/>
            <a:chExt cx="1454911" cy="577165"/>
          </a:xfrm>
        </p:grpSpPr>
        <p:sp>
          <p:nvSpPr>
            <p:cNvPr id="106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07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07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07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078" name="Rechthoek 7"/>
          <p:cNvSpPr/>
          <p:nvPr/>
        </p:nvSpPr>
        <p:spPr>
          <a:xfrm>
            <a:off x="6106750" y="0"/>
            <a:ext cx="6084001"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079" name="Body Level One…"/>
          <p:cNvSpPr txBox="1">
            <a:spLocks noGrp="1"/>
          </p:cNvSpPr>
          <p:nvPr>
            <p:ph type="body" idx="1" hasCustomPrompt="1"/>
          </p:nvPr>
        </p:nvSpPr>
        <p:spPr>
          <a:xfrm>
            <a:off x="6106750" y="1"/>
            <a:ext cx="6085250" cy="6854313"/>
          </a:xfrm>
          <a:prstGeom prst="rect">
            <a:avLst/>
          </a:prstGeom>
          <a:solidFill>
            <a:srgbClr val="61A4B4"/>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1080" name="Tijdelijke aanduiding voor afbeelding 8"/>
          <p:cNvSpPr>
            <a:spLocks noGrp="1"/>
          </p:cNvSpPr>
          <p:nvPr>
            <p:ph type="pic" idx="21"/>
          </p:nvPr>
        </p:nvSpPr>
        <p:spPr>
          <a:xfrm>
            <a:off x="6106750" y="1433"/>
            <a:ext cx="6085250" cy="6856567"/>
          </a:xfrm>
          <a:prstGeom prst="rect">
            <a:avLst/>
          </a:prstGeom>
          <a:solidFill>
            <a:srgbClr val="6F1D76"/>
          </a:solidFill>
        </p:spPr>
        <p:txBody>
          <a:bodyPr lIns="91439" tIns="45719" rIns="91439" bIns="45719"/>
          <a:lstStyle/>
          <a:p>
            <a:r>
              <a:rPr lang="en-US"/>
              <a:t>Click icon to add picture</a:t>
            </a:r>
            <a:endParaRPr/>
          </a:p>
        </p:txBody>
      </p:sp>
      <p:sp>
        <p:nvSpPr>
          <p:cNvPr id="1081" name="Plaats hier je titel"/>
          <p:cNvSpPr txBox="1">
            <a:spLocks noGrp="1"/>
          </p:cNvSpPr>
          <p:nvPr>
            <p:ph type="title" hasCustomPrompt="1"/>
          </p:nvPr>
        </p:nvSpPr>
        <p:spPr>
          <a:xfrm>
            <a:off x="698501" y="741499"/>
            <a:ext cx="4774081" cy="490401"/>
          </a:xfrm>
          <a:prstGeom prst="rect">
            <a:avLst/>
          </a:prstGeom>
        </p:spPr>
        <p:txBody>
          <a:bodyPr>
            <a:normAutofit/>
          </a:bodyPr>
          <a:lstStyle/>
          <a:p>
            <a:r>
              <a:t>Plaats hier je titel</a:t>
            </a:r>
          </a:p>
        </p:txBody>
      </p:sp>
      <p:sp>
        <p:nvSpPr>
          <p:cNvPr id="1082" name="Tijdelijke aanduiding voor verticale tekst 2"/>
          <p:cNvSpPr>
            <a:spLocks noGrp="1"/>
          </p:cNvSpPr>
          <p:nvPr>
            <p:ph type="body" sz="half" idx="22"/>
          </p:nvPr>
        </p:nvSpPr>
        <p:spPr>
          <a:xfrm>
            <a:off x="698501" y="1591899"/>
            <a:ext cx="4773386" cy="4356465"/>
          </a:xfrm>
          <a:prstGeom prst="rect">
            <a:avLst/>
          </a:prstGeom>
        </p:spPr>
        <p:txBody>
          <a:bodyPr>
            <a:normAutofit/>
          </a:bodyPr>
          <a:lstStyle/>
          <a:p>
            <a:pPr lvl="0"/>
            <a:r>
              <a:rPr lang="en-US"/>
              <a:t>Click to edit Master text styles</a:t>
            </a:r>
          </a:p>
        </p:txBody>
      </p:sp>
      <p:sp>
        <p:nvSpPr>
          <p:cNvPr id="1083"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Tekst</a:t>
            </a:r>
            <a:r>
              <a:rPr dirty="0">
                <a:solidFill>
                  <a:schemeClr val="tx1"/>
                </a:solidFill>
              </a:rPr>
              <a:t> </a:t>
            </a:r>
            <a:r>
              <a:rPr dirty="0" err="1">
                <a:solidFill>
                  <a:schemeClr val="tx1"/>
                </a:solidFill>
              </a:rPr>
              <a:t>en</a:t>
            </a:r>
            <a:r>
              <a:rPr dirty="0">
                <a:solidFill>
                  <a:schemeClr val="tx1"/>
                </a:solidFill>
              </a:rPr>
              <a:t> </a:t>
            </a:r>
            <a:r>
              <a:rPr dirty="0" err="1">
                <a:solidFill>
                  <a:schemeClr val="tx1"/>
                </a:solidFill>
              </a:rPr>
              <a:t>Beeld</a:t>
            </a:r>
            <a:r>
              <a:rPr dirty="0">
                <a:solidFill>
                  <a:schemeClr val="tx1"/>
                </a:solidFill>
              </a:rPr>
              <a:t> (M)</a:t>
            </a:r>
          </a:p>
        </p:txBody>
      </p:sp>
      <p:sp>
        <p:nvSpPr>
          <p:cNvPr id="1084"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FAC19962-6D7C-4628-A2A3-B00658EE5862}" type="slidenum">
              <a:rPr lang="en-US" smtClean="0"/>
              <a:t>‹#›</a:t>
            </a:fld>
            <a:endParaRPr lang="en-US"/>
          </a:p>
        </p:txBody>
      </p:sp>
      <p:grpSp>
        <p:nvGrpSpPr>
          <p:cNvPr id="2" name="Group 1">
            <a:extLst>
              <a:ext uri="{FF2B5EF4-FFF2-40B4-BE49-F238E27FC236}">
                <a16:creationId xmlns:a16="http://schemas.microsoft.com/office/drawing/2014/main" id="{AF489AD4-13F1-26CB-35C0-A2FD0CD900A3}"/>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E6C85655-B0EB-9803-752F-64146D386296}"/>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25284F2C-AF23-FA80-995F-194E2B274DE9}"/>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3BE54A20-A4A3-305F-88C0-E515DF7E9F74}"/>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9A962F19-9C39-91C4-B1FF-226408715FBB}"/>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01E22C6A-D128-72E1-6AEF-0D2FA02C63B7}"/>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17CD8EED-16F1-E7F9-F964-6E3157259F7C}"/>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C3EE9B62-FA34-ADBF-95E6-746AE7AE58EB}"/>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D7EBD013-713A-D6E0-D3E8-5A1CA4B3485C}"/>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A701F875-CB4B-57E4-DFCA-189C8255A34E}"/>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9B27575D-0AFE-9B8B-FB72-7C1999B66874}"/>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23B7BC0B-4B94-B9F1-8393-E806609BAFEC}"/>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CE6027B1-4002-4368-B520-7F7ABB256EEF}"/>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CD095C5F-AC49-1920-7864-CC092927FFD9}"/>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704210546"/>
      </p:ext>
    </p:extLst>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cSld name="Foto">
    <p:spTree>
      <p:nvGrpSpPr>
        <p:cNvPr id="1" name=""/>
        <p:cNvGrpSpPr/>
        <p:nvPr/>
      </p:nvGrpSpPr>
      <p:grpSpPr>
        <a:xfrm>
          <a:off x="0" y="0"/>
          <a:ext cx="0" cy="0"/>
          <a:chOff x="0" y="0"/>
          <a:chExt cx="0" cy="0"/>
        </a:xfrm>
      </p:grpSpPr>
      <p:grpSp>
        <p:nvGrpSpPr>
          <p:cNvPr id="1517" name="Group 4"/>
          <p:cNvGrpSpPr/>
          <p:nvPr/>
        </p:nvGrpSpPr>
        <p:grpSpPr>
          <a:xfrm>
            <a:off x="698501" y="5884314"/>
            <a:ext cx="1454912" cy="577167"/>
            <a:chOff x="0" y="0"/>
            <a:chExt cx="1454911" cy="577165"/>
          </a:xfrm>
        </p:grpSpPr>
        <p:sp>
          <p:nvSpPr>
            <p:cNvPr id="150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51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51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51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518" name="Rechthoek 2"/>
          <p:cNvSpPr/>
          <p:nvPr/>
        </p:nvSpPr>
        <p:spPr>
          <a:xfrm>
            <a:off x="-10751" y="0"/>
            <a:ext cx="12204519"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519"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Foto</a:t>
            </a:r>
            <a:endParaRPr dirty="0">
              <a:solidFill>
                <a:schemeClr val="tx1"/>
              </a:solidFill>
            </a:endParaRPr>
          </a:p>
        </p:txBody>
      </p:sp>
      <p:sp>
        <p:nvSpPr>
          <p:cNvPr id="1584" name="Tijdelijke aanduiding voor afbeelding 8"/>
          <p:cNvSpPr>
            <a:spLocks noGrp="1"/>
          </p:cNvSpPr>
          <p:nvPr>
            <p:ph type="pic" idx="21"/>
          </p:nvPr>
        </p:nvSpPr>
        <p:spPr>
          <a:xfrm>
            <a:off x="-16571" y="972"/>
            <a:ext cx="12197821" cy="6857029"/>
          </a:xfrm>
          <a:prstGeom prst="rect">
            <a:avLst/>
          </a:prstGeom>
        </p:spPr>
        <p:txBody>
          <a:bodyPr lIns="91439" tIns="45719" rIns="91439" bIns="45719"/>
          <a:lstStyle/>
          <a:p>
            <a:r>
              <a:rPr lang="en-US"/>
              <a:t>Click icon to add picture</a:t>
            </a:r>
            <a:endParaRPr/>
          </a:p>
        </p:txBody>
      </p:sp>
      <p:sp>
        <p:nvSpPr>
          <p:cNvPr id="1585" name="Body Level One…"/>
          <p:cNvSpPr txBox="1">
            <a:spLocks noGrp="1"/>
          </p:cNvSpPr>
          <p:nvPr>
            <p:ph type="body" sz="quarter" idx="1" hasCustomPrompt="1"/>
          </p:nvPr>
        </p:nvSpPr>
        <p:spPr>
          <a:xfrm>
            <a:off x="0" y="1"/>
            <a:ext cx="12205799" cy="741499"/>
          </a:xfrm>
          <a:prstGeom prst="rect">
            <a:avLst/>
          </a:prstGeom>
          <a:solidFill>
            <a:schemeClr val="accent1"/>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1586" name="Plaats hier je titel"/>
          <p:cNvSpPr txBox="1">
            <a:spLocks noGrp="1"/>
          </p:cNvSpPr>
          <p:nvPr>
            <p:ph type="title" hasCustomPrompt="1"/>
          </p:nvPr>
        </p:nvSpPr>
        <p:spPr>
          <a:xfrm>
            <a:off x="698500" y="193037"/>
            <a:ext cx="10775071" cy="490401"/>
          </a:xfrm>
          <a:prstGeom prst="rect">
            <a:avLst/>
          </a:prstGeom>
        </p:spPr>
        <p:txBody>
          <a:bodyPr>
            <a:normAutofit/>
          </a:bodyPr>
          <a:lstStyle>
            <a:lvl1pPr>
              <a:defRPr>
                <a:solidFill>
                  <a:srgbClr val="FFFFFF"/>
                </a:solidFill>
              </a:defRPr>
            </a:lvl1pPr>
          </a:lstStyle>
          <a:p>
            <a:r>
              <a:t>Plaats hier je titel</a:t>
            </a:r>
          </a:p>
        </p:txBody>
      </p:sp>
      <p:sp>
        <p:nvSpPr>
          <p:cNvPr id="1587"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FAC19962-6D7C-4628-A2A3-B00658EE5862}" type="slidenum">
              <a:rPr lang="en-US" smtClean="0"/>
              <a:t>‹#›</a:t>
            </a:fld>
            <a:endParaRPr lang="en-US"/>
          </a:p>
        </p:txBody>
      </p:sp>
      <p:pic>
        <p:nvPicPr>
          <p:cNvPr id="116" name="Picture 115">
            <a:extLst>
              <a:ext uri="{FF2B5EF4-FFF2-40B4-BE49-F238E27FC236}">
                <a16:creationId xmlns:a16="http://schemas.microsoft.com/office/drawing/2014/main" id="{9923439D-ED81-8F4E-876E-3AC665FE0356}"/>
              </a:ext>
            </a:extLst>
          </p:cNvPr>
          <p:cNvPicPr>
            <a:picLocks noChangeAspect="1"/>
          </p:cNvPicPr>
          <p:nvPr/>
        </p:nvPicPr>
        <p:blipFill>
          <a:blip r:embed="rId2"/>
          <a:stretch>
            <a:fillRect/>
          </a:stretch>
        </p:blipFill>
        <p:spPr>
          <a:xfrm>
            <a:off x="695450" y="5847858"/>
            <a:ext cx="1460500" cy="698500"/>
          </a:xfrm>
          <a:prstGeom prst="rect">
            <a:avLst/>
          </a:prstGeom>
        </p:spPr>
      </p:pic>
      <p:grpSp>
        <p:nvGrpSpPr>
          <p:cNvPr id="2" name="Group 1">
            <a:extLst>
              <a:ext uri="{FF2B5EF4-FFF2-40B4-BE49-F238E27FC236}">
                <a16:creationId xmlns:a16="http://schemas.microsoft.com/office/drawing/2014/main" id="{282698EB-DF9A-B9A1-5123-DC06624E38E2}"/>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D8194A1E-C530-5DB6-7941-DE5AB2977655}"/>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454F9337-59C7-ED85-3B13-21B865BE09D9}"/>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BB569188-9727-0B74-3E00-49E502A09FB2}"/>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5061D47B-F8E3-214B-FCD6-5BDCB1755B12}"/>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344CA423-AD10-146C-08C7-90A472C5984B}"/>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43801D9F-576D-BD53-7A4E-9A51F781F486}"/>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E7CF58F4-A6DD-24C7-8F52-AF5D71430E3E}"/>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2B915B3E-D446-9E17-90B3-7411C5A477BF}"/>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4EBEF205-6CD6-E038-8B19-5DB530791744}"/>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BF0C3EB7-B928-34CC-6A6C-54B4AB3A3A2E}"/>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433C651A-D1CC-79EB-6CB0-54685A172321}"/>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BE23D7B2-58DA-EEA5-31DB-C5885CB58515}"/>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5E304332-B7E9-1C15-B8F5-E9787F846F8B}"/>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2302448543"/>
      </p:ext>
    </p:extLst>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cSld name="Beeld en Tekst (Blauw)">
    <p:spTree>
      <p:nvGrpSpPr>
        <p:cNvPr id="1" name=""/>
        <p:cNvGrpSpPr/>
        <p:nvPr/>
      </p:nvGrpSpPr>
      <p:grpSpPr>
        <a:xfrm>
          <a:off x="0" y="0"/>
          <a:ext cx="0" cy="0"/>
          <a:chOff x="0" y="0"/>
          <a:chExt cx="0" cy="0"/>
        </a:xfrm>
      </p:grpSpPr>
      <p:grpSp>
        <p:nvGrpSpPr>
          <p:cNvPr id="1637" name="Group 4"/>
          <p:cNvGrpSpPr/>
          <p:nvPr/>
        </p:nvGrpSpPr>
        <p:grpSpPr>
          <a:xfrm>
            <a:off x="698501" y="5884314"/>
            <a:ext cx="1454912" cy="577167"/>
            <a:chOff x="0" y="0"/>
            <a:chExt cx="1454911" cy="577165"/>
          </a:xfrm>
        </p:grpSpPr>
        <p:sp>
          <p:nvSpPr>
            <p:cNvPr id="162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63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63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63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638" name="Rechthoek 206"/>
          <p:cNvSpPr/>
          <p:nvPr/>
        </p:nvSpPr>
        <p:spPr>
          <a:xfrm>
            <a:off x="-16403" y="0"/>
            <a:ext cx="12208404"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639" name="Body Level One…"/>
          <p:cNvSpPr txBox="1">
            <a:spLocks noGrp="1"/>
          </p:cNvSpPr>
          <p:nvPr>
            <p:ph type="body" idx="1" hasCustomPrompt="1"/>
          </p:nvPr>
        </p:nvSpPr>
        <p:spPr>
          <a:xfrm>
            <a:off x="-12032" y="2"/>
            <a:ext cx="6992126" cy="6857997"/>
          </a:xfrm>
          <a:prstGeom prst="rect">
            <a:avLst/>
          </a:prstGeom>
          <a:solidFill>
            <a:schemeClr val="accent5"/>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1640" name="Tijdelijke aanduiding voor afbeelding 8"/>
          <p:cNvSpPr>
            <a:spLocks noGrp="1"/>
          </p:cNvSpPr>
          <p:nvPr>
            <p:ph type="pic" idx="21"/>
          </p:nvPr>
        </p:nvSpPr>
        <p:spPr>
          <a:xfrm>
            <a:off x="-2" y="1433"/>
            <a:ext cx="7654745" cy="6856567"/>
          </a:xfrm>
          <a:prstGeom prst="rect">
            <a:avLst/>
          </a:prstGeom>
          <a:solidFill>
            <a:schemeClr val="tx2">
              <a:lumMod val="40000"/>
              <a:lumOff val="60000"/>
            </a:schemeClr>
          </a:solidFill>
        </p:spPr>
        <p:txBody>
          <a:bodyPr lIns="91439" tIns="45719" rIns="91439" bIns="45719"/>
          <a:lstStyle/>
          <a:p>
            <a:r>
              <a:rPr lang="en-US"/>
              <a:t>Click icon to add picture</a:t>
            </a:r>
            <a:endParaRPr/>
          </a:p>
        </p:txBody>
      </p:sp>
      <p:sp>
        <p:nvSpPr>
          <p:cNvPr id="1641" name="Plaats hier je titel"/>
          <p:cNvSpPr txBox="1">
            <a:spLocks noGrp="1"/>
          </p:cNvSpPr>
          <p:nvPr>
            <p:ph type="title" hasCustomPrompt="1"/>
          </p:nvPr>
        </p:nvSpPr>
        <p:spPr>
          <a:xfrm>
            <a:off x="8374743" y="741499"/>
            <a:ext cx="3118757" cy="490401"/>
          </a:xfrm>
          <a:prstGeom prst="rect">
            <a:avLst/>
          </a:prstGeom>
        </p:spPr>
        <p:txBody>
          <a:bodyPr>
            <a:normAutofit/>
          </a:bodyPr>
          <a:lstStyle>
            <a:lvl1pPr>
              <a:defRPr>
                <a:solidFill>
                  <a:srgbClr val="FFFFFF"/>
                </a:solidFill>
              </a:defRPr>
            </a:lvl1pPr>
          </a:lstStyle>
          <a:p>
            <a:r>
              <a:t>Plaats hier je titel</a:t>
            </a:r>
          </a:p>
        </p:txBody>
      </p:sp>
      <p:sp>
        <p:nvSpPr>
          <p:cNvPr id="1642" name="Tijdelijke aanduiding voor verticale tekst 2"/>
          <p:cNvSpPr>
            <a:spLocks noGrp="1"/>
          </p:cNvSpPr>
          <p:nvPr>
            <p:ph type="body" sz="quarter" idx="22"/>
          </p:nvPr>
        </p:nvSpPr>
        <p:spPr>
          <a:xfrm>
            <a:off x="8374743" y="1591899"/>
            <a:ext cx="3118758" cy="4356465"/>
          </a:xfrm>
          <a:prstGeom prst="rect">
            <a:avLst/>
          </a:prstGeom>
        </p:spPr>
        <p:txBody>
          <a:bodyPr>
            <a:normAutofit/>
          </a:bodyPr>
          <a:lstStyle>
            <a:lvl1pPr>
              <a:buClr>
                <a:srgbClr val="FFFFFF"/>
              </a:buClr>
              <a:defRPr>
                <a:solidFill>
                  <a:srgbClr val="FFFFFF"/>
                </a:solidFill>
              </a:defRPr>
            </a:lvl1pPr>
          </a:lstStyle>
          <a:p>
            <a:pPr lvl="0"/>
            <a:r>
              <a:rPr lang="en-US"/>
              <a:t>Click to edit Master text styles</a:t>
            </a:r>
          </a:p>
        </p:txBody>
      </p:sp>
      <p:sp>
        <p:nvSpPr>
          <p:cNvPr id="1643"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Beeld</a:t>
            </a:r>
            <a:r>
              <a:rPr dirty="0">
                <a:solidFill>
                  <a:schemeClr val="tx1"/>
                </a:solidFill>
              </a:rPr>
              <a:t> </a:t>
            </a:r>
            <a:r>
              <a:rPr dirty="0" err="1">
                <a:solidFill>
                  <a:schemeClr val="tx1"/>
                </a:solidFill>
              </a:rPr>
              <a:t>en</a:t>
            </a:r>
            <a:r>
              <a:rPr dirty="0">
                <a:solidFill>
                  <a:schemeClr val="tx1"/>
                </a:solidFill>
              </a:rPr>
              <a:t> </a:t>
            </a:r>
            <a:r>
              <a:rPr dirty="0" err="1">
                <a:solidFill>
                  <a:schemeClr val="tx1"/>
                </a:solidFill>
              </a:rPr>
              <a:t>Tekst</a:t>
            </a:r>
            <a:r>
              <a:rPr dirty="0">
                <a:solidFill>
                  <a:schemeClr val="tx1"/>
                </a:solidFill>
              </a:rPr>
              <a:t> (</a:t>
            </a:r>
            <a:r>
              <a:rPr dirty="0" err="1">
                <a:solidFill>
                  <a:schemeClr val="tx1"/>
                </a:solidFill>
              </a:rPr>
              <a:t>Blauw</a:t>
            </a:r>
            <a:r>
              <a:rPr dirty="0">
                <a:solidFill>
                  <a:schemeClr val="tx1"/>
                </a:solidFill>
              </a:rPr>
              <a:t>)</a:t>
            </a:r>
          </a:p>
        </p:txBody>
      </p:sp>
      <p:sp>
        <p:nvSpPr>
          <p:cNvPr id="1644"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FAC19962-6D7C-4628-A2A3-B00658EE5862}" type="slidenum">
              <a:rPr lang="en-US" smtClean="0"/>
              <a:t>‹#›</a:t>
            </a:fld>
            <a:endParaRPr lang="en-US"/>
          </a:p>
        </p:txBody>
      </p:sp>
      <p:pic>
        <p:nvPicPr>
          <p:cNvPr id="217" name="Picture 216">
            <a:extLst>
              <a:ext uri="{FF2B5EF4-FFF2-40B4-BE49-F238E27FC236}">
                <a16:creationId xmlns:a16="http://schemas.microsoft.com/office/drawing/2014/main" id="{C275FECF-91C0-014F-AC2A-F0151E97403E}"/>
              </a:ext>
            </a:extLst>
          </p:cNvPr>
          <p:cNvPicPr>
            <a:picLocks noChangeAspect="1"/>
          </p:cNvPicPr>
          <p:nvPr/>
        </p:nvPicPr>
        <p:blipFill>
          <a:blip r:embed="rId2"/>
          <a:stretch>
            <a:fillRect/>
          </a:stretch>
        </p:blipFill>
        <p:spPr>
          <a:xfrm>
            <a:off x="695450" y="5847858"/>
            <a:ext cx="1460500" cy="698500"/>
          </a:xfrm>
          <a:prstGeom prst="rect">
            <a:avLst/>
          </a:prstGeom>
        </p:spPr>
      </p:pic>
      <p:grpSp>
        <p:nvGrpSpPr>
          <p:cNvPr id="2" name="Group 1">
            <a:extLst>
              <a:ext uri="{FF2B5EF4-FFF2-40B4-BE49-F238E27FC236}">
                <a16:creationId xmlns:a16="http://schemas.microsoft.com/office/drawing/2014/main" id="{BA0AF1FD-A4E4-CDDF-B00C-3A6304A0A97C}"/>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604E87B3-EBB3-14DE-4CFF-EA23C15BC3CA}"/>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359DE664-C993-EA8E-B076-3BF397DA4B9B}"/>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1BF01717-F737-495A-E5F7-8D6A2FB21ECC}"/>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1EEBF35D-8694-0FCE-D393-2DF729D2C975}"/>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39CF39B6-0481-A0A0-AC38-2E3B08DD3433}"/>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6F53BFC1-5462-99BB-E996-825F9E157A34}"/>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1FC6CAA2-8B47-14AA-1B2E-0B5963117245}"/>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592B016F-869A-9588-84FE-BADAE6EF0116}"/>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4C36351F-2C25-5482-2059-6126BAE278C7}"/>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CD408088-793F-1349-7A16-CDA7555F6AC5}"/>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672007C5-B447-EF6B-F7C4-61E5CCCED619}"/>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29291492-AB06-527D-2BDA-1F8FBDB25A00}"/>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96CAB9FA-A511-8E03-395D-7DDCF0DE8884}"/>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3440801017"/>
      </p:ext>
    </p:extLst>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Hoofdstuk">
    <p:spTree>
      <p:nvGrpSpPr>
        <p:cNvPr id="1" name=""/>
        <p:cNvGrpSpPr/>
        <p:nvPr/>
      </p:nvGrpSpPr>
      <p:grpSpPr>
        <a:xfrm>
          <a:off x="0" y="0"/>
          <a:ext cx="0" cy="0"/>
          <a:chOff x="0" y="0"/>
          <a:chExt cx="0" cy="0"/>
        </a:xfrm>
      </p:grpSpPr>
      <p:grpSp>
        <p:nvGrpSpPr>
          <p:cNvPr id="1858" name="Group 4"/>
          <p:cNvGrpSpPr/>
          <p:nvPr/>
        </p:nvGrpSpPr>
        <p:grpSpPr>
          <a:xfrm>
            <a:off x="698501" y="5884314"/>
            <a:ext cx="1454912" cy="577167"/>
            <a:chOff x="0" y="0"/>
            <a:chExt cx="1454911" cy="577165"/>
          </a:xfrm>
        </p:grpSpPr>
        <p:sp>
          <p:nvSpPr>
            <p:cNvPr id="1850"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851"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2"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3"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4"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855"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6"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857"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859" name="Rechthoek 7"/>
          <p:cNvSpPr/>
          <p:nvPr/>
        </p:nvSpPr>
        <p:spPr>
          <a:xfrm>
            <a:off x="-12033" y="0"/>
            <a:ext cx="12192001" cy="5371383"/>
          </a:xfrm>
          <a:prstGeom prst="rect">
            <a:avLst/>
          </a:prstGeom>
          <a:solidFill>
            <a:schemeClr val="accent2"/>
          </a:solidFill>
          <a:ln w="12700">
            <a:miter lim="400000"/>
          </a:ln>
        </p:spPr>
        <p:txBody>
          <a:bodyPr lIns="45719" rIns="45719" anchor="ctr"/>
          <a:lstStyle/>
          <a:p>
            <a:pPr algn="ctr">
              <a:defRPr sz="1600">
                <a:solidFill>
                  <a:srgbClr val="FFFFFF"/>
                </a:solidFill>
              </a:defRPr>
            </a:pPr>
            <a:endParaRPr/>
          </a:p>
        </p:txBody>
      </p:sp>
      <p:sp>
        <p:nvSpPr>
          <p:cNvPr id="1860" name="Tijdelijke aanduiding voor afbeelding 8"/>
          <p:cNvSpPr>
            <a:spLocks noGrp="1"/>
          </p:cNvSpPr>
          <p:nvPr>
            <p:ph type="pic" idx="21"/>
          </p:nvPr>
        </p:nvSpPr>
        <p:spPr>
          <a:xfrm>
            <a:off x="-600" y="716"/>
            <a:ext cx="12193200" cy="5371384"/>
          </a:xfrm>
          <a:prstGeom prst="rect">
            <a:avLst/>
          </a:prstGeom>
          <a:solidFill>
            <a:schemeClr val="tx2">
              <a:lumMod val="40000"/>
              <a:lumOff val="60000"/>
            </a:schemeClr>
          </a:solidFill>
        </p:spPr>
        <p:txBody>
          <a:bodyPr lIns="91439" tIns="45719" rIns="91439" bIns="45719"/>
          <a:lstStyle/>
          <a:p>
            <a:r>
              <a:rPr lang="en-US"/>
              <a:t>Click icon to add picture</a:t>
            </a:r>
            <a:endParaRPr/>
          </a:p>
        </p:txBody>
      </p:sp>
      <p:sp>
        <p:nvSpPr>
          <p:cNvPr id="1861"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Hoofdstuk</a:t>
            </a:r>
            <a:endParaRPr dirty="0">
              <a:solidFill>
                <a:schemeClr val="tx1"/>
              </a:solidFill>
            </a:endParaRPr>
          </a:p>
        </p:txBody>
      </p:sp>
      <p:sp>
        <p:nvSpPr>
          <p:cNvPr id="1926" name="Body Level One…"/>
          <p:cNvSpPr txBox="1">
            <a:spLocks noGrp="1"/>
          </p:cNvSpPr>
          <p:nvPr>
            <p:ph type="body" sz="half" idx="1"/>
          </p:nvPr>
        </p:nvSpPr>
        <p:spPr>
          <a:xfrm>
            <a:off x="2702625" y="2770414"/>
            <a:ext cx="6786751" cy="2987465"/>
          </a:xfrm>
          <a:prstGeom prst="rect">
            <a:avLst/>
          </a:prstGeom>
          <a:solidFill>
            <a:schemeClr val="accent1"/>
          </a:solidFill>
        </p:spPr>
        <p:txBody>
          <a:bodyPr>
            <a:normAutofit/>
          </a:bodyPr>
          <a:lstStyle>
            <a:lvl1pPr marL="0" indent="0">
              <a:buClrTx/>
              <a:buSzTx/>
              <a:buNone/>
              <a:defRPr sz="100">
                <a:solidFill>
                  <a:schemeClr val="accent1"/>
                </a:solidFill>
              </a:defRPr>
            </a:lvl1pPr>
            <a:lvl2pPr marL="280689" indent="-17164">
              <a:buClrTx/>
              <a:defRPr sz="100">
                <a:solidFill>
                  <a:schemeClr val="accent1"/>
                </a:solidFill>
              </a:defRPr>
            </a:lvl2pPr>
            <a:lvl3pPr>
              <a:buClrTx/>
              <a:buFontTx/>
              <a:defRPr sz="100">
                <a:solidFill>
                  <a:schemeClr val="accent1"/>
                </a:solidFill>
              </a:defRPr>
            </a:lvl3pPr>
            <a:lvl4pPr>
              <a:buClrTx/>
              <a:buFontTx/>
              <a:defRPr sz="100">
                <a:solidFill>
                  <a:schemeClr val="accent1"/>
                </a:solidFill>
              </a:defRPr>
            </a:lvl4pPr>
            <a:lvl5pPr marL="16470" indent="-16470">
              <a:buClrTx/>
              <a:buFontTx/>
              <a:defRPr sz="100">
                <a:solidFill>
                  <a:schemeClr val="accent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1927" name="Tijdelijke aanduiding voor tekst 78"/>
          <p:cNvSpPr>
            <a:spLocks noGrp="1"/>
          </p:cNvSpPr>
          <p:nvPr>
            <p:ph type="body" sz="half" idx="22" hasCustomPrompt="1"/>
          </p:nvPr>
        </p:nvSpPr>
        <p:spPr>
          <a:xfrm>
            <a:off x="2702627" y="2770414"/>
            <a:ext cx="6514419" cy="2987463"/>
          </a:xfrm>
          <a:prstGeom prst="rect">
            <a:avLst/>
          </a:prstGeom>
          <a:solidFill>
            <a:srgbClr val="ED6841"/>
          </a:solidFill>
        </p:spPr>
        <p:txBody>
          <a:bodyPr>
            <a:normAutofit/>
          </a:bodyPr>
          <a:lstStyle>
            <a:lvl1pPr marL="0" indent="0">
              <a:buClrTx/>
              <a:buSzTx/>
              <a:buNone/>
            </a:lvl1pPr>
          </a:lstStyle>
          <a:p>
            <a:r>
              <a:rPr dirty="0"/>
              <a:t>  </a:t>
            </a:r>
          </a:p>
        </p:txBody>
      </p:sp>
      <p:sp>
        <p:nvSpPr>
          <p:cNvPr id="1928" name="Tijdelijke aanduiding voor verticale tekst 2"/>
          <p:cNvSpPr>
            <a:spLocks noGrp="1"/>
          </p:cNvSpPr>
          <p:nvPr>
            <p:ph type="body" sz="quarter" idx="23"/>
          </p:nvPr>
        </p:nvSpPr>
        <p:spPr>
          <a:xfrm>
            <a:off x="3086309" y="3917564"/>
            <a:ext cx="6019384" cy="1101408"/>
          </a:xfrm>
          <a:prstGeom prst="rect">
            <a:avLst/>
          </a:prstGeom>
        </p:spPr>
        <p:txBody>
          <a:bodyPr anchor="b">
            <a:normAutofit/>
          </a:bodyPr>
          <a:lstStyle>
            <a:lvl1pPr marL="0" indent="0" algn="ctr">
              <a:buClrTx/>
              <a:buSzTx/>
              <a:buNone/>
              <a:defRPr sz="3400">
                <a:solidFill>
                  <a:srgbClr val="FFFFFF"/>
                </a:solidFill>
                <a:latin typeface="Roboto Slab Regular Regular"/>
                <a:ea typeface="Roboto Slab Regular Regular"/>
                <a:cs typeface="Roboto Slab Regular Regular"/>
                <a:sym typeface="Roboto Slab Regular Regular"/>
              </a:defRPr>
            </a:lvl1pPr>
          </a:lstStyle>
          <a:p>
            <a:pPr lvl="0"/>
            <a:r>
              <a:rPr lang="en-US"/>
              <a:t>Click to edit Master text styles</a:t>
            </a:r>
          </a:p>
        </p:txBody>
      </p:sp>
      <p:sp>
        <p:nvSpPr>
          <p:cNvPr id="1929" name="Tijdelijke aanduiding voor verticale tekst 2"/>
          <p:cNvSpPr>
            <a:spLocks noGrp="1"/>
          </p:cNvSpPr>
          <p:nvPr>
            <p:ph type="body" sz="quarter" idx="24"/>
          </p:nvPr>
        </p:nvSpPr>
        <p:spPr>
          <a:xfrm>
            <a:off x="5661995" y="3100404"/>
            <a:ext cx="868008" cy="719402"/>
          </a:xfrm>
          <a:prstGeom prst="rect">
            <a:avLst/>
          </a:prstGeom>
        </p:spPr>
        <p:txBody>
          <a:bodyPr anchor="b">
            <a:normAutofit/>
          </a:bodyPr>
          <a:lstStyle>
            <a:lvl1pPr marL="0" indent="0" algn="ctr" defTabSz="618458">
              <a:spcBef>
                <a:spcPts val="1000"/>
              </a:spcBef>
              <a:buClrTx/>
              <a:buSzTx/>
              <a:buNone/>
              <a:defRPr sz="4300">
                <a:solidFill>
                  <a:srgbClr val="FFFFFF"/>
                </a:solidFill>
                <a:latin typeface="Roboto Slab Bold"/>
                <a:ea typeface="Roboto Slab Bold"/>
                <a:cs typeface="Roboto Slab Bold"/>
                <a:sym typeface="Roboto Slab Bold"/>
              </a:defRPr>
            </a:lvl1pPr>
          </a:lstStyle>
          <a:p>
            <a:pPr lvl="0"/>
            <a:r>
              <a:rPr lang="en-US"/>
              <a:t>Click to edit Master text styles</a:t>
            </a:r>
          </a:p>
        </p:txBody>
      </p:sp>
      <p:sp>
        <p:nvSpPr>
          <p:cNvPr id="1930" name="Tijdelijke aanduiding voor verticale tekst 2"/>
          <p:cNvSpPr>
            <a:spLocks noGrp="1"/>
          </p:cNvSpPr>
          <p:nvPr>
            <p:ph type="body" sz="quarter" idx="25" hasCustomPrompt="1"/>
          </p:nvPr>
        </p:nvSpPr>
        <p:spPr>
          <a:xfrm>
            <a:off x="3088948" y="5168239"/>
            <a:ext cx="6014106" cy="280930"/>
          </a:xfrm>
          <a:prstGeom prst="rect">
            <a:avLst/>
          </a:prstGeom>
        </p:spPr>
        <p:txBody>
          <a:bodyPr>
            <a:normAutofit/>
          </a:bodyPr>
          <a:lstStyle>
            <a:lvl1pPr marL="0" indent="0" algn="ctr">
              <a:buClrTx/>
              <a:buSzTx/>
              <a:buNone/>
              <a:defRPr b="1">
                <a:solidFill>
                  <a:srgbClr val="FFFFFF"/>
                </a:solidFill>
              </a:defRPr>
            </a:lvl1pPr>
          </a:lstStyle>
          <a:p>
            <a:r>
              <a:t>Ruimte voor een subtitel</a:t>
            </a:r>
          </a:p>
        </p:txBody>
      </p:sp>
      <p:sp>
        <p:nvSpPr>
          <p:cNvPr id="1931" name="Tijdelijke aanduiding voor tekst 17"/>
          <p:cNvSpPr>
            <a:spLocks noGrp="1"/>
          </p:cNvSpPr>
          <p:nvPr>
            <p:ph type="body" sz="quarter" idx="26" hasCustomPrompt="1"/>
          </p:nvPr>
        </p:nvSpPr>
        <p:spPr>
          <a:xfrm>
            <a:off x="5700000" y="3894066"/>
            <a:ext cx="792001" cy="7201"/>
          </a:xfrm>
          <a:prstGeom prst="rect">
            <a:avLst/>
          </a:prstGeom>
          <a:solidFill>
            <a:srgbClr val="FFFFFF"/>
          </a:solidFill>
        </p:spPr>
        <p:txBody>
          <a:bodyPr>
            <a:normAutofit/>
          </a:bodyPr>
          <a:lstStyle>
            <a:lvl1pPr marL="0" indent="0" defTabSz="287655">
              <a:spcBef>
                <a:spcPts val="400"/>
              </a:spcBef>
              <a:buClrTx/>
              <a:buSzTx/>
              <a:buNone/>
              <a:defRPr sz="640"/>
            </a:lvl1pPr>
          </a:lstStyle>
          <a:p>
            <a:r>
              <a:t>  </a:t>
            </a:r>
          </a:p>
        </p:txBody>
      </p:sp>
      <p:sp>
        <p:nvSpPr>
          <p:cNvPr id="1932" name="Slide Number"/>
          <p:cNvSpPr txBox="1">
            <a:spLocks noGrp="1"/>
          </p:cNvSpPr>
          <p:nvPr>
            <p:ph type="sldNum" sz="quarter" idx="2"/>
          </p:nvPr>
        </p:nvSpPr>
        <p:spPr>
          <a:xfrm>
            <a:off x="11289785" y="6246130"/>
            <a:ext cx="182216" cy="172815"/>
          </a:xfrm>
          <a:prstGeom prst="rect">
            <a:avLst/>
          </a:prstGeom>
        </p:spPr>
        <p:txBody>
          <a:bodyPr/>
          <a:lstStyle/>
          <a:p>
            <a:fld id="{FAC19962-6D7C-4628-A2A3-B00658EE5862}" type="slidenum">
              <a:rPr lang="en-US" smtClean="0"/>
              <a:t>‹#›</a:t>
            </a:fld>
            <a:endParaRPr lang="en-US"/>
          </a:p>
        </p:txBody>
      </p:sp>
      <p:grpSp>
        <p:nvGrpSpPr>
          <p:cNvPr id="2" name="Group 1">
            <a:extLst>
              <a:ext uri="{FF2B5EF4-FFF2-40B4-BE49-F238E27FC236}">
                <a16:creationId xmlns:a16="http://schemas.microsoft.com/office/drawing/2014/main" id="{13AAC942-5BAC-9435-9389-DC4820C37B85}"/>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4E11D886-6670-8FC4-ADCD-8CA0264D0805}"/>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5DFB788B-94CB-9CA4-D54F-6E7604E5F9D0}"/>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EDF2AF90-D700-093A-E7BA-E407376CE5EE}"/>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F81B53CE-AEAF-794D-EBAE-4A6BA5EE1C2D}"/>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0CCE56D3-8FD9-7604-FD11-EAE239C244D5}"/>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2290181D-3A44-DE1B-8D2D-1CDD6C74CBA5}"/>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1305F715-F423-1A4B-2DE1-7427694DD904}"/>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7D322812-39F8-5338-B087-813BA5D3A20E}"/>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07F1C984-76E8-14ED-86B6-24E1A0561FB6}"/>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ED9E5194-82C5-6CEA-9F5E-89871253869D}"/>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539723DA-CDB3-69BB-0A78-5DE00A6C2A25}"/>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D6738762-31DA-C0EC-0E3D-377DF03E4BCB}"/>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E1C304FD-6ED2-09A1-5437-4852701C74D9}"/>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2803462736"/>
      </p:ext>
    </p:extLst>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cSld name="Video">
    <p:spTree>
      <p:nvGrpSpPr>
        <p:cNvPr id="1" name=""/>
        <p:cNvGrpSpPr/>
        <p:nvPr/>
      </p:nvGrpSpPr>
      <p:grpSpPr>
        <a:xfrm>
          <a:off x="0" y="0"/>
          <a:ext cx="0" cy="0"/>
          <a:chOff x="0" y="0"/>
          <a:chExt cx="0" cy="0"/>
        </a:xfrm>
      </p:grpSpPr>
      <p:grpSp>
        <p:nvGrpSpPr>
          <p:cNvPr id="1981" name="Group 4"/>
          <p:cNvGrpSpPr/>
          <p:nvPr/>
        </p:nvGrpSpPr>
        <p:grpSpPr>
          <a:xfrm>
            <a:off x="698501" y="5884314"/>
            <a:ext cx="1454912" cy="577167"/>
            <a:chOff x="0" y="0"/>
            <a:chExt cx="1454911" cy="577165"/>
          </a:xfrm>
        </p:grpSpPr>
        <p:sp>
          <p:nvSpPr>
            <p:cNvPr id="1973"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1974"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75"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76"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77"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1978"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79"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1980"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1982" name="Rechthoek 1"/>
          <p:cNvSpPr/>
          <p:nvPr/>
        </p:nvSpPr>
        <p:spPr>
          <a:xfrm>
            <a:off x="-1" y="0"/>
            <a:ext cx="12193769"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1983" name="Body Level One…"/>
          <p:cNvSpPr txBox="1">
            <a:spLocks noGrp="1"/>
          </p:cNvSpPr>
          <p:nvPr>
            <p:ph type="body" idx="1" hasCustomPrompt="1"/>
          </p:nvPr>
        </p:nvSpPr>
        <p:spPr>
          <a:xfrm>
            <a:off x="-12700" y="0"/>
            <a:ext cx="12204700" cy="6858000"/>
          </a:xfrm>
          <a:prstGeom prst="rect">
            <a:avLst/>
          </a:prstGeom>
          <a:solidFill>
            <a:srgbClr val="61A4B4"/>
          </a:solidFill>
        </p:spPr>
        <p:txBody>
          <a:bodyPr>
            <a:normAutofit/>
          </a:bodyPr>
          <a:lstStyle>
            <a:lvl1pPr marL="0" indent="0">
              <a:buClrTx/>
              <a:buSzTx/>
              <a:buNone/>
            </a:lvl1pPr>
            <a:lvl2pPr>
              <a:buClrTx/>
            </a:lvl2pPr>
            <a:lvl3pPr>
              <a:buClrTx/>
              <a:buFontTx/>
            </a:lvl3pPr>
            <a:lvl4pPr>
              <a:buClrTx/>
              <a:buFontTx/>
            </a:lvl4pPr>
            <a:lvl5pPr>
              <a:buClrTx/>
              <a:buFontTx/>
            </a:lvl5pPr>
          </a:lstStyle>
          <a:p>
            <a:r>
              <a:t>  </a:t>
            </a:r>
          </a:p>
          <a:p>
            <a:pPr lvl="1"/>
            <a:endParaRPr/>
          </a:p>
          <a:p>
            <a:pPr lvl="2"/>
            <a:endParaRPr/>
          </a:p>
          <a:p>
            <a:pPr lvl="3"/>
            <a:endParaRPr/>
          </a:p>
          <a:p>
            <a:pPr lvl="4"/>
            <a:endParaRPr/>
          </a:p>
        </p:txBody>
      </p:sp>
      <p:sp>
        <p:nvSpPr>
          <p:cNvPr id="1984" name="Tijdelijke aanduiding voor media 28"/>
          <p:cNvSpPr>
            <a:spLocks noGrp="1"/>
          </p:cNvSpPr>
          <p:nvPr>
            <p:ph type="media" idx="21"/>
          </p:nvPr>
        </p:nvSpPr>
        <p:spPr>
          <a:xfrm>
            <a:off x="0" y="1"/>
            <a:ext cx="12192000" cy="6858000"/>
          </a:xfrm>
          <a:prstGeom prst="rect">
            <a:avLst/>
          </a:prstGeom>
          <a:solidFill>
            <a:schemeClr val="tx2">
              <a:lumMod val="60000"/>
              <a:lumOff val="40000"/>
            </a:schemeClr>
          </a:solidFill>
        </p:spPr>
        <p:txBody>
          <a:bodyPr lIns="91439" tIns="45719" rIns="91439" bIns="45719"/>
          <a:lstStyle/>
          <a:p>
            <a:r>
              <a:rPr lang="en-US"/>
              <a:t>Click icon to add media</a:t>
            </a:r>
            <a:endParaRPr/>
          </a:p>
        </p:txBody>
      </p:sp>
      <p:sp>
        <p:nvSpPr>
          <p:cNvPr id="1985" name="Slide Number"/>
          <p:cNvSpPr txBox="1">
            <a:spLocks noGrp="1"/>
          </p:cNvSpPr>
          <p:nvPr>
            <p:ph type="sldNum" sz="quarter" idx="2"/>
          </p:nvPr>
        </p:nvSpPr>
        <p:spPr>
          <a:xfrm>
            <a:off x="11289785" y="6246130"/>
            <a:ext cx="182216" cy="172815"/>
          </a:xfrm>
          <a:prstGeom prst="rect">
            <a:avLst/>
          </a:prstGeom>
        </p:spPr>
        <p:txBody>
          <a:bodyPr/>
          <a:lstStyle>
            <a:lvl1pPr>
              <a:defRPr>
                <a:solidFill>
                  <a:srgbClr val="FFFFFF"/>
                </a:solidFill>
              </a:defRPr>
            </a:lvl1pPr>
          </a:lstStyle>
          <a:p>
            <a:fld id="{FAC19962-6D7C-4628-A2A3-B00658EE5862}" type="slidenum">
              <a:rPr lang="en-US" smtClean="0"/>
              <a:t>‹#›</a:t>
            </a:fld>
            <a:endParaRPr lang="en-US"/>
          </a:p>
        </p:txBody>
      </p:sp>
      <p:sp>
        <p:nvSpPr>
          <p:cNvPr id="1986"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a:solidFill>
                  <a:schemeClr val="tx1"/>
                </a:solidFill>
              </a:rPr>
              <a:t>Video</a:t>
            </a:r>
          </a:p>
        </p:txBody>
      </p:sp>
      <p:pic>
        <p:nvPicPr>
          <p:cNvPr id="112" name="Picture 111">
            <a:extLst>
              <a:ext uri="{FF2B5EF4-FFF2-40B4-BE49-F238E27FC236}">
                <a16:creationId xmlns:a16="http://schemas.microsoft.com/office/drawing/2014/main" id="{7965BA85-66F7-EE4A-A3DE-81A8E896E971}"/>
              </a:ext>
            </a:extLst>
          </p:cNvPr>
          <p:cNvPicPr>
            <a:picLocks noChangeAspect="1"/>
          </p:cNvPicPr>
          <p:nvPr/>
        </p:nvPicPr>
        <p:blipFill>
          <a:blip r:embed="rId2"/>
          <a:stretch>
            <a:fillRect/>
          </a:stretch>
        </p:blipFill>
        <p:spPr>
          <a:xfrm>
            <a:off x="695450" y="5847858"/>
            <a:ext cx="1460500" cy="698500"/>
          </a:xfrm>
          <a:prstGeom prst="rect">
            <a:avLst/>
          </a:prstGeom>
        </p:spPr>
      </p:pic>
      <p:grpSp>
        <p:nvGrpSpPr>
          <p:cNvPr id="2" name="Group 1">
            <a:extLst>
              <a:ext uri="{FF2B5EF4-FFF2-40B4-BE49-F238E27FC236}">
                <a16:creationId xmlns:a16="http://schemas.microsoft.com/office/drawing/2014/main" id="{7F31E82E-C746-3C95-68EE-843265A85409}"/>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99800DE9-0E64-D0F8-6E9E-5BC9A2DD09BB}"/>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25E84482-4645-FB97-EB47-B819272A7AE6}"/>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A079DF33-A300-4120-BE11-05823A62F4E4}"/>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EAF915D0-8CCF-653C-55D3-40402BF16913}"/>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63190B86-9EC6-C1D8-5E39-4238BA6815E6}"/>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86452817-87F1-FB29-B19B-7A71C7BFA578}"/>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F74E7B65-CDEC-33A1-5742-0C46F0640033}"/>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87777934-C0B1-0E0F-DC3E-FC16D841775F}"/>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3BC91578-096D-7DD8-BB36-B085A2B9C41D}"/>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48A50042-A001-E794-0E4A-3A9273EED45B}"/>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4F5FCE59-4C7A-F9A1-D8D9-B3A916DCE776}"/>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69EE792D-30F1-8978-532B-B2F1AC5D68B2}"/>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4D0A2199-D55B-A541-2C05-5B2D53DA044A}"/>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715134892"/>
      </p:ext>
    </p:extLst>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cSld name="Tekst en Grafiek">
    <p:spTree>
      <p:nvGrpSpPr>
        <p:cNvPr id="1" name=""/>
        <p:cNvGrpSpPr/>
        <p:nvPr/>
      </p:nvGrpSpPr>
      <p:grpSpPr>
        <a:xfrm>
          <a:off x="0" y="0"/>
          <a:ext cx="0" cy="0"/>
          <a:chOff x="0" y="0"/>
          <a:chExt cx="0" cy="0"/>
        </a:xfrm>
      </p:grpSpPr>
      <p:grpSp>
        <p:nvGrpSpPr>
          <p:cNvPr id="2097" name="Group 4"/>
          <p:cNvGrpSpPr/>
          <p:nvPr/>
        </p:nvGrpSpPr>
        <p:grpSpPr>
          <a:xfrm>
            <a:off x="698501" y="5884314"/>
            <a:ext cx="1454912" cy="577167"/>
            <a:chOff x="0" y="0"/>
            <a:chExt cx="1454911" cy="577165"/>
          </a:xfrm>
        </p:grpSpPr>
        <p:sp>
          <p:nvSpPr>
            <p:cNvPr id="2089"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090"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1"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2"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3"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094"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5"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096"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098" name="Rechthoek 350"/>
          <p:cNvSpPr/>
          <p:nvPr/>
        </p:nvSpPr>
        <p:spPr>
          <a:xfrm>
            <a:off x="-12032" y="0"/>
            <a:ext cx="4467918"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2099"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Tekst</a:t>
            </a:r>
            <a:r>
              <a:rPr dirty="0">
                <a:solidFill>
                  <a:schemeClr val="tx1"/>
                </a:solidFill>
              </a:rPr>
              <a:t> </a:t>
            </a:r>
            <a:r>
              <a:rPr dirty="0" err="1">
                <a:solidFill>
                  <a:schemeClr val="tx1"/>
                </a:solidFill>
              </a:rPr>
              <a:t>en</a:t>
            </a:r>
            <a:r>
              <a:rPr dirty="0">
                <a:solidFill>
                  <a:schemeClr val="tx1"/>
                </a:solidFill>
              </a:rPr>
              <a:t> </a:t>
            </a:r>
            <a:r>
              <a:rPr dirty="0" err="1">
                <a:solidFill>
                  <a:schemeClr val="tx1"/>
                </a:solidFill>
              </a:rPr>
              <a:t>Grafiek</a:t>
            </a:r>
            <a:endParaRPr dirty="0">
              <a:solidFill>
                <a:schemeClr val="tx1"/>
              </a:solidFill>
            </a:endParaRPr>
          </a:p>
        </p:txBody>
      </p:sp>
      <p:sp>
        <p:nvSpPr>
          <p:cNvPr id="2166" name="Plaats hier je titel"/>
          <p:cNvSpPr txBox="1">
            <a:spLocks noGrp="1"/>
          </p:cNvSpPr>
          <p:nvPr>
            <p:ph type="title" hasCustomPrompt="1"/>
          </p:nvPr>
        </p:nvSpPr>
        <p:spPr>
          <a:xfrm>
            <a:off x="698500" y="741499"/>
            <a:ext cx="3147786" cy="490401"/>
          </a:xfrm>
          <a:prstGeom prst="rect">
            <a:avLst/>
          </a:prstGeom>
        </p:spPr>
        <p:txBody>
          <a:bodyPr>
            <a:normAutofit/>
          </a:bodyPr>
          <a:lstStyle>
            <a:lvl1pPr>
              <a:defRPr>
                <a:solidFill>
                  <a:srgbClr val="FFFFFF"/>
                </a:solidFill>
              </a:defRPr>
            </a:lvl1pPr>
          </a:lstStyle>
          <a:p>
            <a:r>
              <a:t>Plaats hier je titel</a:t>
            </a:r>
          </a:p>
        </p:txBody>
      </p:sp>
      <p:sp>
        <p:nvSpPr>
          <p:cNvPr id="2167" name="Body Level One…"/>
          <p:cNvSpPr txBox="1">
            <a:spLocks noGrp="1"/>
          </p:cNvSpPr>
          <p:nvPr>
            <p:ph type="body" sz="quarter" idx="1" hasCustomPrompt="1"/>
          </p:nvPr>
        </p:nvSpPr>
        <p:spPr>
          <a:xfrm>
            <a:off x="698500" y="1591900"/>
            <a:ext cx="3147786" cy="4356464"/>
          </a:xfrm>
          <a:prstGeom prst="rect">
            <a:avLst/>
          </a:prstGeom>
        </p:spPr>
        <p:txBody>
          <a:bodyPr>
            <a:normAutofit/>
          </a:bodyPr>
          <a:lstStyle>
            <a:lvl1pPr>
              <a:buClr>
                <a:srgbClr val="FFFFFF"/>
              </a:buClr>
              <a:defRPr>
                <a:solidFill>
                  <a:srgbClr val="FFFFFF"/>
                </a:solidFill>
              </a:defRPr>
            </a:lvl1pPr>
            <a:lvl2pPr>
              <a:buClr>
                <a:srgbClr val="FFFFFF"/>
              </a:buClr>
              <a:defRPr>
                <a:solidFill>
                  <a:srgbClr val="FFFFFF"/>
                </a:solidFill>
              </a:defRPr>
            </a:lvl2pPr>
            <a:lvl3pPr>
              <a:buClr>
                <a:srgbClr val="FFFFFF"/>
              </a:buClr>
              <a:defRPr>
                <a:solidFill>
                  <a:srgbClr val="FFFFFF"/>
                </a:solidFill>
              </a:defRPr>
            </a:lvl3pPr>
            <a:lvl4pPr>
              <a:buClr>
                <a:srgbClr val="FFFFFF"/>
              </a:buClr>
              <a:defRPr>
                <a:solidFill>
                  <a:srgbClr val="FFFFFF"/>
                </a:solidFill>
              </a:defRPr>
            </a:lvl4pPr>
            <a:lvl5pPr>
              <a:buClr>
                <a:srgbClr val="FFFFFF"/>
              </a:buClr>
              <a:defRPr>
                <a:solidFill>
                  <a:srgbClr val="FFFFFF"/>
                </a:solidFill>
              </a:defRPr>
            </a:lvl5pPr>
          </a:lstStyle>
          <a:p>
            <a:r>
              <a:t>Klik hier om een bullet te plaatsen.</a:t>
            </a:r>
          </a:p>
          <a:p>
            <a:pPr lvl="1"/>
            <a:endParaRPr/>
          </a:p>
          <a:p>
            <a:pPr lvl="2"/>
            <a:endParaRPr/>
          </a:p>
          <a:p>
            <a:pPr lvl="3"/>
            <a:endParaRPr/>
          </a:p>
          <a:p>
            <a:pPr lvl="4"/>
            <a:endParaRPr/>
          </a:p>
        </p:txBody>
      </p:sp>
      <p:sp>
        <p:nvSpPr>
          <p:cNvPr id="2281" name="Slide Number"/>
          <p:cNvSpPr txBox="1">
            <a:spLocks noGrp="1"/>
          </p:cNvSpPr>
          <p:nvPr>
            <p:ph type="sldNum" sz="quarter" idx="2"/>
          </p:nvPr>
        </p:nvSpPr>
        <p:spPr>
          <a:xfrm>
            <a:off x="11289785" y="6246130"/>
            <a:ext cx="182216" cy="172815"/>
          </a:xfrm>
          <a:prstGeom prst="rect">
            <a:avLst/>
          </a:prstGeom>
        </p:spPr>
        <p:txBody>
          <a:bodyPr/>
          <a:lstStyle/>
          <a:p>
            <a:fld id="{FAC19962-6D7C-4628-A2A3-B00658EE5862}" type="slidenum">
              <a:rPr lang="en-US" smtClean="0"/>
              <a:t>‹#›</a:t>
            </a:fld>
            <a:endParaRPr lang="en-US"/>
          </a:p>
        </p:txBody>
      </p:sp>
      <p:pic>
        <p:nvPicPr>
          <p:cNvPr id="6" name="Graphic 5">
            <a:extLst>
              <a:ext uri="{FF2B5EF4-FFF2-40B4-BE49-F238E27FC236}">
                <a16:creationId xmlns:a16="http://schemas.microsoft.com/office/drawing/2014/main" id="{01A06D27-3D8D-4043-8052-2A090E1BAB8B}"/>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800" y="5846400"/>
            <a:ext cx="1461599" cy="1033080"/>
          </a:xfrm>
          <a:prstGeom prst="rect">
            <a:avLst/>
          </a:prstGeom>
        </p:spPr>
      </p:pic>
      <p:grpSp>
        <p:nvGrpSpPr>
          <p:cNvPr id="2" name="Group 1">
            <a:extLst>
              <a:ext uri="{FF2B5EF4-FFF2-40B4-BE49-F238E27FC236}">
                <a16:creationId xmlns:a16="http://schemas.microsoft.com/office/drawing/2014/main" id="{74BACE01-2A95-CECB-D271-A61C846365D2}"/>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31F8C455-F065-AD77-F953-E1227F400856}"/>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C2795249-C4B5-5A29-E9F6-6727BDBEFD37}"/>
                </a:ext>
              </a:extLst>
            </p:cNvPr>
            <p:cNvGrpSpPr/>
            <p:nvPr/>
          </p:nvGrpSpPr>
          <p:grpSpPr>
            <a:xfrm>
              <a:off x="2982511" y="-1286711"/>
              <a:ext cx="6226976" cy="211382"/>
              <a:chOff x="0" y="0"/>
              <a:chExt cx="6226974" cy="211380"/>
            </a:xfrm>
          </p:grpSpPr>
          <p:sp>
            <p:nvSpPr>
              <p:cNvPr id="7" name="Rechthoek 6">
                <a:extLst>
                  <a:ext uri="{FF2B5EF4-FFF2-40B4-BE49-F238E27FC236}">
                    <a16:creationId xmlns:a16="http://schemas.microsoft.com/office/drawing/2014/main" id="{EB94B492-3CD2-E1D5-AF6F-5ABB805942F4}"/>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29">
                <a:extLst>
                  <a:ext uri="{FF2B5EF4-FFF2-40B4-BE49-F238E27FC236}">
                    <a16:creationId xmlns:a16="http://schemas.microsoft.com/office/drawing/2014/main" id="{F0B217E8-756F-E648-4D1A-0655AEEC432F}"/>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0">
                <a:extLst>
                  <a:ext uri="{FF2B5EF4-FFF2-40B4-BE49-F238E27FC236}">
                    <a16:creationId xmlns:a16="http://schemas.microsoft.com/office/drawing/2014/main" id="{10A725A3-F4F4-5DA8-88AC-B3D9E7BE28CF}"/>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1">
                <a:extLst>
                  <a:ext uri="{FF2B5EF4-FFF2-40B4-BE49-F238E27FC236}">
                    <a16:creationId xmlns:a16="http://schemas.microsoft.com/office/drawing/2014/main" id="{B26A2F7E-7FB0-770D-1B6C-4CFEC736B7B4}"/>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2">
                <a:extLst>
                  <a:ext uri="{FF2B5EF4-FFF2-40B4-BE49-F238E27FC236}">
                    <a16:creationId xmlns:a16="http://schemas.microsoft.com/office/drawing/2014/main" id="{DB409652-1C24-663B-B915-751604D6F546}"/>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3">
                <a:extLst>
                  <a:ext uri="{FF2B5EF4-FFF2-40B4-BE49-F238E27FC236}">
                    <a16:creationId xmlns:a16="http://schemas.microsoft.com/office/drawing/2014/main" id="{2BDA9536-FA52-0E1E-C754-52C3188B1FF9}"/>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4">
                <a:extLst>
                  <a:ext uri="{FF2B5EF4-FFF2-40B4-BE49-F238E27FC236}">
                    <a16:creationId xmlns:a16="http://schemas.microsoft.com/office/drawing/2014/main" id="{BAB14921-C422-87EC-51EC-C4FFC382A61E}"/>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7">
                <a:extLst>
                  <a:ext uri="{FF2B5EF4-FFF2-40B4-BE49-F238E27FC236}">
                    <a16:creationId xmlns:a16="http://schemas.microsoft.com/office/drawing/2014/main" id="{0CEBC2E4-C088-41A9-FB0A-A71D0A510B01}"/>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8">
                <a:extLst>
                  <a:ext uri="{FF2B5EF4-FFF2-40B4-BE49-F238E27FC236}">
                    <a16:creationId xmlns:a16="http://schemas.microsoft.com/office/drawing/2014/main" id="{C1CE708E-5B61-6349-EEE7-A9B7F571881B}"/>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6" name="Rechthoek 39">
                <a:extLst>
                  <a:ext uri="{FF2B5EF4-FFF2-40B4-BE49-F238E27FC236}">
                    <a16:creationId xmlns:a16="http://schemas.microsoft.com/office/drawing/2014/main" id="{7A272947-049D-6785-2530-0C3EE77E9BD8}"/>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E66A5BFB-F2B5-6599-C28D-41012DBC47DC}"/>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3587345845"/>
      </p:ext>
    </p:extLst>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Grafiek">
    <p:spTree>
      <p:nvGrpSpPr>
        <p:cNvPr id="1" name=""/>
        <p:cNvGrpSpPr/>
        <p:nvPr/>
      </p:nvGrpSpPr>
      <p:grpSpPr>
        <a:xfrm>
          <a:off x="0" y="0"/>
          <a:ext cx="0" cy="0"/>
          <a:chOff x="0" y="0"/>
          <a:chExt cx="0" cy="0"/>
        </a:xfrm>
      </p:grpSpPr>
      <p:grpSp>
        <p:nvGrpSpPr>
          <p:cNvPr id="2331" name="Group 4"/>
          <p:cNvGrpSpPr/>
          <p:nvPr/>
        </p:nvGrpSpPr>
        <p:grpSpPr>
          <a:xfrm>
            <a:off x="698501" y="5884314"/>
            <a:ext cx="1454912" cy="577167"/>
            <a:chOff x="0" y="0"/>
            <a:chExt cx="1454911" cy="577165"/>
          </a:xfrm>
        </p:grpSpPr>
        <p:sp>
          <p:nvSpPr>
            <p:cNvPr id="2323"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324"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5"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6"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7"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328"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29"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330"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332" name="Plaats hier je titel"/>
          <p:cNvSpPr txBox="1">
            <a:spLocks noGrp="1"/>
          </p:cNvSpPr>
          <p:nvPr>
            <p:ph type="title" hasCustomPrompt="1"/>
          </p:nvPr>
        </p:nvSpPr>
        <p:spPr>
          <a:xfrm>
            <a:off x="698500" y="741499"/>
            <a:ext cx="10795000" cy="490401"/>
          </a:xfrm>
          <a:prstGeom prst="rect">
            <a:avLst/>
          </a:prstGeom>
        </p:spPr>
        <p:txBody>
          <a:bodyPr>
            <a:normAutofit/>
          </a:bodyPr>
          <a:lstStyle/>
          <a:p>
            <a:r>
              <a:t>Plaats hier je titel</a:t>
            </a:r>
          </a:p>
        </p:txBody>
      </p:sp>
      <p:sp>
        <p:nvSpPr>
          <p:cNvPr id="2333" name="Slide Number"/>
          <p:cNvSpPr txBox="1">
            <a:spLocks noGrp="1"/>
          </p:cNvSpPr>
          <p:nvPr>
            <p:ph type="sldNum" sz="quarter" idx="2"/>
          </p:nvPr>
        </p:nvSpPr>
        <p:spPr>
          <a:xfrm>
            <a:off x="11289785" y="6246130"/>
            <a:ext cx="182216" cy="172815"/>
          </a:xfrm>
          <a:prstGeom prst="rect">
            <a:avLst/>
          </a:prstGeom>
        </p:spPr>
        <p:txBody>
          <a:bodyPr/>
          <a:lstStyle/>
          <a:p>
            <a:fld id="{FAC19962-6D7C-4628-A2A3-B00658EE5862}" type="slidenum">
              <a:rPr lang="en-US" smtClean="0"/>
              <a:t>‹#›</a:t>
            </a:fld>
            <a:endParaRPr lang="en-US"/>
          </a:p>
        </p:txBody>
      </p:sp>
      <p:sp>
        <p:nvSpPr>
          <p:cNvPr id="2334"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Grafiek</a:t>
            </a:r>
            <a:endParaRPr dirty="0">
              <a:solidFill>
                <a:schemeClr val="tx1"/>
              </a:solidFill>
            </a:endParaRPr>
          </a:p>
        </p:txBody>
      </p:sp>
      <p:grpSp>
        <p:nvGrpSpPr>
          <p:cNvPr id="2" name="Group 1">
            <a:extLst>
              <a:ext uri="{FF2B5EF4-FFF2-40B4-BE49-F238E27FC236}">
                <a16:creationId xmlns:a16="http://schemas.microsoft.com/office/drawing/2014/main" id="{7127FBE3-E4BD-2F9F-B7BE-97A8AB0AF7BE}"/>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A5120D3F-9E0E-CF17-DF4A-5519FC0B6AF4}"/>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1C6BB9EE-B5F1-F54B-8301-E67A64589E91}"/>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60784313-EFF7-3596-D8C6-394E4FCDDFCF}"/>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8964D1AC-1C8E-5A73-BD0A-6C2015874191}"/>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CC96E591-BB34-68FD-3A67-77B4AAB2996F}"/>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A62E076B-23BA-50F1-E981-6CEABE2DF831}"/>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F9EF4203-ED1B-965A-1705-5D407D172D13}"/>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E4B1C0D1-9959-ACB1-CDF3-C44619849A55}"/>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868B1E62-6EB0-1F97-8CDC-3D16D1FC5195}"/>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7BE509CF-4F19-F8DA-FB3E-CFE196D1FFA7}"/>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9ACA1914-322F-40C2-7712-7D42D997EC02}"/>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10F9F35C-5481-F2B9-B9B3-B1AFC6248768}"/>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2FCAD7FB-35D9-785C-F945-A146B40CD232}"/>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2749333025"/>
      </p:ext>
    </p:extLst>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Tekst en Tabel">
    <p:spTree>
      <p:nvGrpSpPr>
        <p:cNvPr id="1" name=""/>
        <p:cNvGrpSpPr/>
        <p:nvPr/>
      </p:nvGrpSpPr>
      <p:grpSpPr>
        <a:xfrm>
          <a:off x="0" y="0"/>
          <a:ext cx="0" cy="0"/>
          <a:chOff x="0" y="0"/>
          <a:chExt cx="0" cy="0"/>
        </a:xfrm>
      </p:grpSpPr>
      <p:grpSp>
        <p:nvGrpSpPr>
          <p:cNvPr id="2449" name="Group 4"/>
          <p:cNvGrpSpPr/>
          <p:nvPr/>
        </p:nvGrpSpPr>
        <p:grpSpPr>
          <a:xfrm>
            <a:off x="698501" y="5884314"/>
            <a:ext cx="1454912" cy="577167"/>
            <a:chOff x="0" y="0"/>
            <a:chExt cx="1454911" cy="577165"/>
          </a:xfrm>
        </p:grpSpPr>
        <p:sp>
          <p:nvSpPr>
            <p:cNvPr id="244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44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44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44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450" name="Rechthoek 290"/>
          <p:cNvSpPr/>
          <p:nvPr/>
        </p:nvSpPr>
        <p:spPr>
          <a:xfrm>
            <a:off x="-12032" y="0"/>
            <a:ext cx="4467918" cy="6858000"/>
          </a:xfrm>
          <a:prstGeom prst="rect">
            <a:avLst/>
          </a:prstGeom>
          <a:solidFill>
            <a:schemeClr val="accent1"/>
          </a:solidFill>
          <a:ln w="12700">
            <a:miter lim="400000"/>
          </a:ln>
        </p:spPr>
        <p:txBody>
          <a:bodyPr lIns="45719" rIns="45719" anchor="ctr"/>
          <a:lstStyle/>
          <a:p>
            <a:pPr algn="ctr">
              <a:defRPr sz="1600">
                <a:solidFill>
                  <a:srgbClr val="FFFFFF"/>
                </a:solidFill>
              </a:defRPr>
            </a:pPr>
            <a:endParaRPr/>
          </a:p>
        </p:txBody>
      </p:sp>
      <p:sp>
        <p:nvSpPr>
          <p:cNvPr id="2451" name="Slide Number"/>
          <p:cNvSpPr txBox="1">
            <a:spLocks noGrp="1"/>
          </p:cNvSpPr>
          <p:nvPr>
            <p:ph type="sldNum" sz="quarter" idx="2"/>
          </p:nvPr>
        </p:nvSpPr>
        <p:spPr>
          <a:xfrm>
            <a:off x="11289785" y="6246130"/>
            <a:ext cx="182216" cy="172815"/>
          </a:xfrm>
          <a:prstGeom prst="rect">
            <a:avLst/>
          </a:prstGeom>
        </p:spPr>
        <p:txBody>
          <a:bodyPr/>
          <a:lstStyle/>
          <a:p>
            <a:fld id="{FAC19962-6D7C-4628-A2A3-B00658EE5862}" type="slidenum">
              <a:rPr lang="en-US" smtClean="0"/>
              <a:t>‹#›</a:t>
            </a:fld>
            <a:endParaRPr lang="en-US"/>
          </a:p>
        </p:txBody>
      </p:sp>
      <p:sp>
        <p:nvSpPr>
          <p:cNvPr id="2452"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Tekst</a:t>
            </a:r>
            <a:r>
              <a:rPr dirty="0">
                <a:solidFill>
                  <a:schemeClr val="tx1"/>
                </a:solidFill>
              </a:rPr>
              <a:t> </a:t>
            </a:r>
            <a:r>
              <a:rPr dirty="0" err="1">
                <a:solidFill>
                  <a:schemeClr val="tx1"/>
                </a:solidFill>
              </a:rPr>
              <a:t>en</a:t>
            </a:r>
            <a:r>
              <a:rPr dirty="0">
                <a:solidFill>
                  <a:schemeClr val="tx1"/>
                </a:solidFill>
              </a:rPr>
              <a:t> </a:t>
            </a:r>
            <a:r>
              <a:rPr dirty="0" err="1">
                <a:solidFill>
                  <a:schemeClr val="tx1"/>
                </a:solidFill>
              </a:rPr>
              <a:t>Tabel</a:t>
            </a:r>
            <a:endParaRPr dirty="0">
              <a:solidFill>
                <a:schemeClr val="tx1"/>
              </a:solidFill>
            </a:endParaRPr>
          </a:p>
        </p:txBody>
      </p:sp>
      <p:sp>
        <p:nvSpPr>
          <p:cNvPr id="2485" name="Plaats hier je titel"/>
          <p:cNvSpPr txBox="1">
            <a:spLocks noGrp="1"/>
          </p:cNvSpPr>
          <p:nvPr>
            <p:ph type="title" hasCustomPrompt="1"/>
          </p:nvPr>
        </p:nvSpPr>
        <p:spPr>
          <a:xfrm>
            <a:off x="698500" y="741499"/>
            <a:ext cx="3147786" cy="490401"/>
          </a:xfrm>
          <a:prstGeom prst="rect">
            <a:avLst/>
          </a:prstGeom>
        </p:spPr>
        <p:txBody>
          <a:bodyPr>
            <a:normAutofit/>
          </a:bodyPr>
          <a:lstStyle>
            <a:lvl1pPr>
              <a:defRPr>
                <a:solidFill>
                  <a:srgbClr val="FFFFFF"/>
                </a:solidFill>
              </a:defRPr>
            </a:lvl1pPr>
          </a:lstStyle>
          <a:p>
            <a:r>
              <a:t>Plaats hier je titel</a:t>
            </a:r>
          </a:p>
        </p:txBody>
      </p:sp>
      <p:sp>
        <p:nvSpPr>
          <p:cNvPr id="2486" name="Body Level One…"/>
          <p:cNvSpPr txBox="1">
            <a:spLocks noGrp="1"/>
          </p:cNvSpPr>
          <p:nvPr>
            <p:ph type="body" sz="quarter" idx="1" hasCustomPrompt="1"/>
          </p:nvPr>
        </p:nvSpPr>
        <p:spPr>
          <a:xfrm>
            <a:off x="698500" y="1591900"/>
            <a:ext cx="3147786" cy="4356464"/>
          </a:xfrm>
          <a:prstGeom prst="rect">
            <a:avLst/>
          </a:prstGeom>
        </p:spPr>
        <p:txBody>
          <a:bodyPr>
            <a:normAutofit/>
          </a:bodyPr>
          <a:lstStyle>
            <a:lvl1pPr>
              <a:buClr>
                <a:srgbClr val="FFFFFF"/>
              </a:buClr>
              <a:defRPr>
                <a:solidFill>
                  <a:srgbClr val="FFFFFF"/>
                </a:solidFill>
              </a:defRPr>
            </a:lvl1pPr>
            <a:lvl2pPr>
              <a:buClr>
                <a:srgbClr val="FFFFFF"/>
              </a:buClr>
              <a:defRPr>
                <a:solidFill>
                  <a:srgbClr val="FFFFFF"/>
                </a:solidFill>
              </a:defRPr>
            </a:lvl2pPr>
            <a:lvl3pPr>
              <a:buClr>
                <a:srgbClr val="FFFFFF"/>
              </a:buClr>
              <a:defRPr>
                <a:solidFill>
                  <a:srgbClr val="FFFFFF"/>
                </a:solidFill>
              </a:defRPr>
            </a:lvl3pPr>
            <a:lvl4pPr>
              <a:buClr>
                <a:srgbClr val="FFFFFF"/>
              </a:buClr>
              <a:defRPr>
                <a:solidFill>
                  <a:srgbClr val="FFFFFF"/>
                </a:solidFill>
              </a:defRPr>
            </a:lvl4pPr>
            <a:lvl5pPr>
              <a:buClr>
                <a:srgbClr val="FFFFFF"/>
              </a:buClr>
              <a:defRPr>
                <a:solidFill>
                  <a:srgbClr val="FFFFFF"/>
                </a:solidFill>
              </a:defRPr>
            </a:lvl5pPr>
          </a:lstStyle>
          <a:p>
            <a:r>
              <a:t>Klik hier om een bullet te plaatsen.</a:t>
            </a:r>
          </a:p>
          <a:p>
            <a:pPr lvl="1"/>
            <a:endParaRPr/>
          </a:p>
          <a:p>
            <a:pPr lvl="2"/>
            <a:endParaRPr/>
          </a:p>
          <a:p>
            <a:pPr lvl="3"/>
            <a:endParaRPr/>
          </a:p>
          <a:p>
            <a:pPr lvl="4"/>
            <a:endParaRPr/>
          </a:p>
        </p:txBody>
      </p:sp>
      <p:pic>
        <p:nvPicPr>
          <p:cNvPr id="197" name="Graphic 196">
            <a:extLst>
              <a:ext uri="{FF2B5EF4-FFF2-40B4-BE49-F238E27FC236}">
                <a16:creationId xmlns:a16="http://schemas.microsoft.com/office/drawing/2014/main" id="{626F2F90-4D26-8C4B-A3B7-8C399CF807B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800" y="5846400"/>
            <a:ext cx="1461599" cy="1033080"/>
          </a:xfrm>
          <a:prstGeom prst="rect">
            <a:avLst/>
          </a:prstGeom>
        </p:spPr>
      </p:pic>
      <p:grpSp>
        <p:nvGrpSpPr>
          <p:cNvPr id="2" name="Group 1">
            <a:extLst>
              <a:ext uri="{FF2B5EF4-FFF2-40B4-BE49-F238E27FC236}">
                <a16:creationId xmlns:a16="http://schemas.microsoft.com/office/drawing/2014/main" id="{31EDF1FC-EDBA-F556-ECBC-CFE36BE659FC}"/>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22FAFC8D-B90B-ABD1-FD26-51F797FDD07F}"/>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308F295C-8DE2-DAEF-D141-82D60D3D79D3}"/>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543952F7-1E3E-F915-E5A4-348DEC557668}"/>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8BFE4693-000B-AB1D-1DF7-F32495318183}"/>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AA37AEA9-6082-97E1-40F9-EA5156C2BA51}"/>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17CB59C9-98C9-FCFC-0F9E-99E7E8C870AB}"/>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6209D84D-F73F-7B6A-5B97-893473C64BA7}"/>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BB9E4D1E-4204-1ACC-47B4-BBA2185C35D1}"/>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DF9DC3B3-DFD3-7EFE-8209-7A0526D0EC3A}"/>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7935E1CC-977D-9C9A-F7FC-DC724B16F953}"/>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95195681-0A6B-0408-FF2E-D63EC61BE87C}"/>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D0053C97-6149-DA5F-607F-1472FCC72821}"/>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C0B211A7-6234-95CD-32B2-386528DD37C2}"/>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3097581"/>
      </p:ext>
    </p:extLst>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abel">
    <p:spTree>
      <p:nvGrpSpPr>
        <p:cNvPr id="1" name=""/>
        <p:cNvGrpSpPr/>
        <p:nvPr/>
      </p:nvGrpSpPr>
      <p:grpSpPr>
        <a:xfrm>
          <a:off x="0" y="0"/>
          <a:ext cx="0" cy="0"/>
          <a:chOff x="0" y="0"/>
          <a:chExt cx="0" cy="0"/>
        </a:xfrm>
      </p:grpSpPr>
      <p:grpSp>
        <p:nvGrpSpPr>
          <p:cNvPr id="2649" name="Group 4"/>
          <p:cNvGrpSpPr/>
          <p:nvPr/>
        </p:nvGrpSpPr>
        <p:grpSpPr>
          <a:xfrm>
            <a:off x="698501" y="5884314"/>
            <a:ext cx="1454912" cy="577167"/>
            <a:chOff x="0" y="0"/>
            <a:chExt cx="1454911" cy="577165"/>
          </a:xfrm>
        </p:grpSpPr>
        <p:sp>
          <p:nvSpPr>
            <p:cNvPr id="2641"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2642"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3"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4"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5"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2646"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7"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2648"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2650" name="Plaats hier je titel"/>
          <p:cNvSpPr txBox="1">
            <a:spLocks noGrp="1"/>
          </p:cNvSpPr>
          <p:nvPr>
            <p:ph type="title" hasCustomPrompt="1"/>
          </p:nvPr>
        </p:nvSpPr>
        <p:spPr>
          <a:xfrm>
            <a:off x="698500" y="741499"/>
            <a:ext cx="10775071" cy="490401"/>
          </a:xfrm>
          <a:prstGeom prst="rect">
            <a:avLst/>
          </a:prstGeom>
        </p:spPr>
        <p:txBody>
          <a:bodyPr>
            <a:normAutofit/>
          </a:bodyPr>
          <a:lstStyle/>
          <a:p>
            <a:r>
              <a:t>Plaats hier je titel</a:t>
            </a:r>
          </a:p>
        </p:txBody>
      </p:sp>
      <p:sp>
        <p:nvSpPr>
          <p:cNvPr id="2651" name="Slide Number"/>
          <p:cNvSpPr txBox="1">
            <a:spLocks noGrp="1"/>
          </p:cNvSpPr>
          <p:nvPr>
            <p:ph type="sldNum" sz="quarter" idx="2"/>
          </p:nvPr>
        </p:nvSpPr>
        <p:spPr>
          <a:xfrm>
            <a:off x="11289785" y="6246130"/>
            <a:ext cx="182216" cy="172815"/>
          </a:xfrm>
          <a:prstGeom prst="rect">
            <a:avLst/>
          </a:prstGeom>
        </p:spPr>
        <p:txBody>
          <a:bodyPr/>
          <a:lstStyle/>
          <a:p>
            <a:fld id="{FAC19962-6D7C-4628-A2A3-B00658EE5862}" type="slidenum">
              <a:rPr lang="en-US" smtClean="0"/>
              <a:t>‹#›</a:t>
            </a:fld>
            <a:endParaRPr lang="en-US"/>
          </a:p>
        </p:txBody>
      </p:sp>
      <p:sp>
        <p:nvSpPr>
          <p:cNvPr id="2652" name="Tekstvak 6"/>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err="1">
                <a:solidFill>
                  <a:schemeClr val="tx1"/>
                </a:solidFill>
              </a:rPr>
              <a:t>Tabel</a:t>
            </a:r>
            <a:endParaRPr dirty="0">
              <a:solidFill>
                <a:schemeClr val="tx1"/>
              </a:solidFill>
            </a:endParaRPr>
          </a:p>
        </p:txBody>
      </p:sp>
      <p:grpSp>
        <p:nvGrpSpPr>
          <p:cNvPr id="2" name="Group 1">
            <a:extLst>
              <a:ext uri="{FF2B5EF4-FFF2-40B4-BE49-F238E27FC236}">
                <a16:creationId xmlns:a16="http://schemas.microsoft.com/office/drawing/2014/main" id="{1A54BFE2-D481-AF69-A22A-E9E92F4A5346}"/>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9D479B56-80F0-4215-4BBF-498C04D835BC}"/>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8E05C8D1-64B6-4025-2FA4-4829E6E57C1E}"/>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EE76BEA9-47CD-B4C3-EC62-8C2ED7FF0994}"/>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1FA33989-22B3-69C1-CDFA-9EF178FA7C38}"/>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90C80EDA-0EF7-79FA-192D-8CE97AC65FDB}"/>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94C7DA6C-357B-6BB8-4027-598D117518DB}"/>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61FC20CD-E1C3-6290-1E15-5D7E3C1330B6}"/>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6CB6D2FC-1D79-B38F-AFBB-4B0259468B60}"/>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188AF386-5E4A-18DE-7505-E76A054F4909}"/>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7BF5166F-239F-0F85-3C68-44A457EE0D91}"/>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AB3F056C-35FA-C61A-427C-A31D45D4B738}"/>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11846BC5-C0FA-4AA7-A62F-B5BBF0EB14E6}"/>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FC54B441-629E-47EF-59DD-4C55FC2D1FCD}"/>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74914357"/>
      </p:ext>
    </p:extLst>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1_Titelpagina">
    <p:spTree>
      <p:nvGrpSpPr>
        <p:cNvPr id="1" name=""/>
        <p:cNvGrpSpPr/>
        <p:nvPr/>
      </p:nvGrpSpPr>
      <p:grpSpPr>
        <a:xfrm>
          <a:off x="0" y="0"/>
          <a:ext cx="0" cy="0"/>
          <a:chOff x="0" y="0"/>
          <a:chExt cx="0" cy="0"/>
        </a:xfrm>
      </p:grpSpPr>
      <p:sp>
        <p:nvSpPr>
          <p:cNvPr id="7" name="Rechthoek 6">
            <a:extLst>
              <a:ext uri="{FF2B5EF4-FFF2-40B4-BE49-F238E27FC236}">
                <a16:creationId xmlns:a16="http://schemas.microsoft.com/office/drawing/2014/main" id="{EC091C66-A822-464B-80B7-A8CF7835BC01}"/>
              </a:ext>
            </a:extLst>
          </p:cNvPr>
          <p:cNvSpPr/>
          <p:nvPr/>
        </p:nvSpPr>
        <p:spPr>
          <a:xfrm>
            <a:off x="-10750" y="0"/>
            <a:ext cx="12202750" cy="6858000"/>
          </a:xfrm>
          <a:prstGeom prst="rect">
            <a:avLst/>
          </a:prstGeom>
          <a:solidFill>
            <a:srgbClr val="0176C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 name="Titel 5"/>
          <p:cNvSpPr>
            <a:spLocks noGrp="1"/>
          </p:cNvSpPr>
          <p:nvPr>
            <p:ph type="title"/>
          </p:nvPr>
        </p:nvSpPr>
        <p:spPr>
          <a:xfrm>
            <a:off x="2153413" y="3879852"/>
            <a:ext cx="9358256" cy="1621063"/>
          </a:xfrm>
        </p:spPr>
        <p:txBody>
          <a:bodyPr anchor="b"/>
          <a:lstStyle>
            <a:lvl1pPr algn="r">
              <a:defRPr sz="3800">
                <a:solidFill>
                  <a:schemeClr val="bg1"/>
                </a:solidFill>
              </a:defRPr>
            </a:lvl1pPr>
          </a:lstStyle>
          <a:p>
            <a:r>
              <a:rPr lang="en-US"/>
              <a:t>Click to edit Master title style</a:t>
            </a:r>
            <a:endParaRPr lang="nl-NL" dirty="0"/>
          </a:p>
        </p:txBody>
      </p:sp>
      <p:sp>
        <p:nvSpPr>
          <p:cNvPr id="40" name="Ondertitel 2">
            <a:extLst>
              <a:ext uri="{FF2B5EF4-FFF2-40B4-BE49-F238E27FC236}">
                <a16:creationId xmlns:a16="http://schemas.microsoft.com/office/drawing/2014/main" id="{DCA2E186-C179-48A4-9379-03A230273DAC}"/>
              </a:ext>
            </a:extLst>
          </p:cNvPr>
          <p:cNvSpPr>
            <a:spLocks noGrp="1"/>
          </p:cNvSpPr>
          <p:nvPr>
            <p:ph type="subTitle" idx="1"/>
          </p:nvPr>
        </p:nvSpPr>
        <p:spPr>
          <a:xfrm>
            <a:off x="7782466" y="5664394"/>
            <a:ext cx="3729203" cy="248472"/>
          </a:xfrm>
        </p:spPr>
        <p:txBody>
          <a:bodyPr anchor="ctr"/>
          <a:lstStyle>
            <a:lvl1pPr marL="0" indent="0" algn="r">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grpSp>
        <p:nvGrpSpPr>
          <p:cNvPr id="71" name="Groep 70">
            <a:extLst>
              <a:ext uri="{FF2B5EF4-FFF2-40B4-BE49-F238E27FC236}">
                <a16:creationId xmlns:a16="http://schemas.microsoft.com/office/drawing/2014/main" id="{5BA6ADDA-A3D9-4F53-A15C-EF832D58A10A}"/>
              </a:ext>
            </a:extLst>
          </p:cNvPr>
          <p:cNvGrpSpPr/>
          <p:nvPr/>
        </p:nvGrpSpPr>
        <p:grpSpPr>
          <a:xfrm>
            <a:off x="-7461" y="-1785440"/>
            <a:ext cx="2591201" cy="1583828"/>
            <a:chOff x="-7461" y="-3153547"/>
            <a:chExt cx="2591201" cy="1583828"/>
          </a:xfrm>
        </p:grpSpPr>
        <p:sp>
          <p:nvSpPr>
            <p:cNvPr id="72" name="Rechthoek 71">
              <a:extLst>
                <a:ext uri="{FF2B5EF4-FFF2-40B4-BE49-F238E27FC236}">
                  <a16:creationId xmlns:a16="http://schemas.microsoft.com/office/drawing/2014/main" id="{70CDFA3A-CBF0-451D-856A-4820DC88F6AA}"/>
                </a:ext>
              </a:extLst>
            </p:cNvPr>
            <p:cNvSpPr/>
            <p:nvPr/>
          </p:nvSpPr>
          <p:spPr>
            <a:xfrm>
              <a:off x="-7461" y="-3153547"/>
              <a:ext cx="2591201" cy="1583828"/>
            </a:xfrm>
            <a:prstGeom prst="rect">
              <a:avLst/>
            </a:prstGeom>
            <a:solidFill>
              <a:schemeClr val="bg1">
                <a:lumMod val="95000"/>
              </a:schemeClr>
            </a:solidFill>
            <a:ln w="3175">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108000" bIns="10800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1400" b="1" cap="all" baseline="0" dirty="0">
                <a:solidFill>
                  <a:schemeClr val="bg1"/>
                </a:solidFill>
                <a:latin typeface="Calibri" panose="020F0502020204030204" pitchFamily="34" charset="0"/>
                <a:cs typeface="Calibri" panose="020F0502020204030204" pitchFamily="34" charset="0"/>
              </a:endParaRPr>
            </a:p>
          </p:txBody>
        </p:sp>
        <p:sp>
          <p:nvSpPr>
            <p:cNvPr id="73" name="Rechthoek 72">
              <a:extLst>
                <a:ext uri="{FF2B5EF4-FFF2-40B4-BE49-F238E27FC236}">
                  <a16:creationId xmlns:a16="http://schemas.microsoft.com/office/drawing/2014/main" id="{0F2CA7F3-0C71-4B73-955D-8C282A15765C}"/>
                </a:ext>
              </a:extLst>
            </p:cNvPr>
            <p:cNvSpPr/>
            <p:nvPr/>
          </p:nvSpPr>
          <p:spPr>
            <a:xfrm>
              <a:off x="90810" y="-3050990"/>
              <a:ext cx="2412000" cy="252000"/>
            </a:xfrm>
            <a:prstGeom prst="rect">
              <a:avLst/>
            </a:prstGeom>
            <a:solidFill>
              <a:srgbClr val="211F2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108000" rIns="0" bIns="10800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1400" b="1" cap="all" baseline="0" dirty="0">
                  <a:solidFill>
                    <a:schemeClr val="bg1"/>
                  </a:solidFill>
                  <a:latin typeface="Calibri" panose="020F0502020204030204" pitchFamily="34" charset="0"/>
                  <a:cs typeface="Calibri" panose="020F0502020204030204" pitchFamily="34" charset="0"/>
                </a:rPr>
                <a:t>Kleuren aanpassen (vlam)</a:t>
              </a:r>
            </a:p>
          </p:txBody>
        </p:sp>
        <p:sp>
          <p:nvSpPr>
            <p:cNvPr id="74" name="Ovaal 73">
              <a:extLst>
                <a:ext uri="{FF2B5EF4-FFF2-40B4-BE49-F238E27FC236}">
                  <a16:creationId xmlns:a16="http://schemas.microsoft.com/office/drawing/2014/main" id="{44DA4C16-C8D1-41C4-83FD-C40B0D779596}"/>
                </a:ext>
              </a:extLst>
            </p:cNvPr>
            <p:cNvSpPr/>
            <p:nvPr/>
          </p:nvSpPr>
          <p:spPr>
            <a:xfrm>
              <a:off x="90809" y="-2650284"/>
              <a:ext cx="260914" cy="259683"/>
            </a:xfrm>
            <a:prstGeom prst="ellipse">
              <a:avLst/>
            </a:prstGeom>
            <a:solidFill>
              <a:srgbClr val="211F26"/>
            </a:solidFill>
            <a:ln w="25400"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r>
                <a:rPr kumimoji="0" lang="nl-NL" sz="12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1</a:t>
              </a:r>
            </a:p>
          </p:txBody>
        </p:sp>
        <p:sp>
          <p:nvSpPr>
            <p:cNvPr id="75" name="Rechthoek 74">
              <a:extLst>
                <a:ext uri="{FF2B5EF4-FFF2-40B4-BE49-F238E27FC236}">
                  <a16:creationId xmlns:a16="http://schemas.microsoft.com/office/drawing/2014/main" id="{DE7F7FF9-5EF0-491D-BD4C-1E24A4181072}"/>
                </a:ext>
              </a:extLst>
            </p:cNvPr>
            <p:cNvSpPr/>
            <p:nvPr/>
          </p:nvSpPr>
          <p:spPr>
            <a:xfrm>
              <a:off x="456491" y="-2650284"/>
              <a:ext cx="2067634" cy="360933"/>
            </a:xfrm>
            <a:prstGeom prst="rect">
              <a:avLst/>
            </a:prstGeom>
            <a:noFill/>
            <a:ln w="25400" cap="flat" cmpd="sng" algn="ctr">
              <a:noFill/>
              <a:prstDash val="solid"/>
            </a:ln>
            <a:effectLst/>
          </p:spPr>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Selecteer de vlam. Klik </a:t>
              </a:r>
              <a:r>
                <a:rPr kumimoji="0" lang="nl-NL" sz="1100" b="0" i="0" u="none" strike="noStrike" kern="0" cap="none" spc="0" normalizeH="0" baseline="0" noProof="0" dirty="0" err="1">
                  <a:ln>
                    <a:noFill/>
                  </a:ln>
                  <a:solidFill>
                    <a:srgbClr val="211F26"/>
                  </a:solidFill>
                  <a:effectLst/>
                  <a:uLnTx/>
                  <a:uFillTx/>
                  <a:latin typeface="Calibri" panose="020F0502020204030204" pitchFamily="34" charset="0"/>
                  <a:ea typeface="+mn-ea"/>
                  <a:cs typeface="Calibri" panose="020F0502020204030204" pitchFamily="34" charset="0"/>
                </a:rPr>
                <a:t>rechter-muisknop</a:t>
              </a: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 en kies </a:t>
              </a:r>
              <a:r>
                <a:rPr kumimoji="0" lang="nl-NL" sz="1100" b="1"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‘Opvulling’</a:t>
              </a: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 </a:t>
              </a:r>
            </a:p>
          </p:txBody>
        </p:sp>
        <p:sp>
          <p:nvSpPr>
            <p:cNvPr id="76" name="Ovaal 75">
              <a:extLst>
                <a:ext uri="{FF2B5EF4-FFF2-40B4-BE49-F238E27FC236}">
                  <a16:creationId xmlns:a16="http://schemas.microsoft.com/office/drawing/2014/main" id="{343F3D1A-8BC5-42E7-8D9D-5C8679D78453}"/>
                </a:ext>
              </a:extLst>
            </p:cNvPr>
            <p:cNvSpPr/>
            <p:nvPr/>
          </p:nvSpPr>
          <p:spPr>
            <a:xfrm>
              <a:off x="90809" y="-2213959"/>
              <a:ext cx="260914" cy="259683"/>
            </a:xfrm>
            <a:prstGeom prst="ellipse">
              <a:avLst/>
            </a:prstGeom>
            <a:solidFill>
              <a:srgbClr val="211F26"/>
            </a:solidFill>
            <a:ln w="25400" cap="flat" cmpd="sng" algn="ctr">
              <a:noFill/>
              <a:prstDash val="solid"/>
            </a:ln>
            <a:effectLst/>
          </p:spPr>
          <p:txBody>
            <a:bodyPr rtlCol="0" anchor="ctr"/>
            <a:lstStyle/>
            <a:p>
              <a:pPr marR="0" lvl="0" indent="0" algn="ctr" fontAlgn="auto">
                <a:lnSpc>
                  <a:spcPct val="100000"/>
                </a:lnSpc>
                <a:spcBef>
                  <a:spcPts val="0"/>
                </a:spcBef>
                <a:spcAft>
                  <a:spcPts val="0"/>
                </a:spcAft>
                <a:buClrTx/>
                <a:buSzTx/>
                <a:buFontTx/>
                <a:buNone/>
                <a:tabLst/>
              </a:pPr>
              <a:r>
                <a:rPr kumimoji="0" lang="nl-NL" sz="1200" b="1" i="0" u="none" strike="noStrike" kern="0" cap="none" spc="0" normalizeH="0" baseline="0" noProof="0" dirty="0">
                  <a:ln>
                    <a:noFill/>
                  </a:ln>
                  <a:solidFill>
                    <a:schemeClr val="bg1"/>
                  </a:solidFill>
                  <a:effectLst/>
                  <a:uLnTx/>
                  <a:uFillTx/>
                  <a:latin typeface="Calibri" panose="020F0502020204030204" pitchFamily="34" charset="0"/>
                  <a:cs typeface="Calibri" panose="020F0502020204030204" pitchFamily="34" charset="0"/>
                </a:rPr>
                <a:t>2</a:t>
              </a:r>
            </a:p>
          </p:txBody>
        </p:sp>
        <p:sp>
          <p:nvSpPr>
            <p:cNvPr id="77" name="Rechthoek 76">
              <a:extLst>
                <a:ext uri="{FF2B5EF4-FFF2-40B4-BE49-F238E27FC236}">
                  <a16:creationId xmlns:a16="http://schemas.microsoft.com/office/drawing/2014/main" id="{FD1FC273-C632-4732-A84A-5B6C6EC08D44}"/>
                </a:ext>
              </a:extLst>
            </p:cNvPr>
            <p:cNvSpPr/>
            <p:nvPr/>
          </p:nvSpPr>
          <p:spPr>
            <a:xfrm>
              <a:off x="456491" y="-2213958"/>
              <a:ext cx="2067634" cy="586424"/>
            </a:xfrm>
            <a:prstGeom prst="rect">
              <a:avLst/>
            </a:prstGeom>
            <a:noFill/>
            <a:ln w="25400" cap="flat" cmpd="sng" algn="ctr">
              <a:noFill/>
              <a:prstDash val="solid"/>
            </a:ln>
            <a:effectLst/>
          </p:spPr>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Kies een van de themakleuren of klik op </a:t>
              </a:r>
              <a:r>
                <a:rPr kumimoji="0" lang="nl-NL" sz="1100" b="1"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‘Pipet’</a:t>
              </a:r>
              <a:r>
                <a:rPr kumimoji="0" lang="nl-NL" sz="1100" b="0"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rPr>
                <a:t> en kies een van de kleuren die hiernaast staan. </a:t>
              </a:r>
              <a:endParaRPr kumimoji="0" lang="nl-NL" sz="1100" b="1" i="0" u="none" strike="noStrike" kern="0" cap="none" spc="0" normalizeH="0" baseline="0" noProof="0" dirty="0">
                <a:ln>
                  <a:noFill/>
                </a:ln>
                <a:solidFill>
                  <a:srgbClr val="211F26"/>
                </a:solidFill>
                <a:effectLst/>
                <a:uLnTx/>
                <a:uFillTx/>
                <a:latin typeface="Calibri" panose="020F0502020204030204" pitchFamily="34" charset="0"/>
                <a:ea typeface="+mn-ea"/>
                <a:cs typeface="Calibri" panose="020F0502020204030204" pitchFamily="34" charset="0"/>
              </a:endParaRPr>
            </a:p>
          </p:txBody>
        </p:sp>
      </p:grpSp>
      <p:sp>
        <p:nvSpPr>
          <p:cNvPr id="50" name="Tijdelijke aanduiding voor tekst 49">
            <a:extLst>
              <a:ext uri="{FF2B5EF4-FFF2-40B4-BE49-F238E27FC236}">
                <a16:creationId xmlns:a16="http://schemas.microsoft.com/office/drawing/2014/main" id="{2ECA0797-017C-7F4F-85C9-1B518C2D7E44}"/>
              </a:ext>
            </a:extLst>
          </p:cNvPr>
          <p:cNvSpPr>
            <a:spLocks noGrp="1"/>
          </p:cNvSpPr>
          <p:nvPr>
            <p:ph type="body" sz="quarter" idx="17" hasCustomPrompt="1"/>
          </p:nvPr>
        </p:nvSpPr>
        <p:spPr>
          <a:xfrm>
            <a:off x="-10751" y="0"/>
            <a:ext cx="12202751" cy="6858000"/>
          </a:xfrm>
          <a:custGeom>
            <a:avLst/>
            <a:gdLst>
              <a:gd name="connsiteX0" fmla="*/ 9196825 w 12202751"/>
              <a:gd name="connsiteY0" fmla="*/ 6253791 h 6858000"/>
              <a:gd name="connsiteX1" fmla="*/ 9228283 w 12202751"/>
              <a:gd name="connsiteY1" fmla="*/ 6260764 h 6858000"/>
              <a:gd name="connsiteX2" fmla="*/ 9319129 w 12202751"/>
              <a:gd name="connsiteY2" fmla="*/ 6797771 h 6858000"/>
              <a:gd name="connsiteX3" fmla="*/ 9315062 w 12202751"/>
              <a:gd name="connsiteY3" fmla="*/ 6858000 h 6858000"/>
              <a:gd name="connsiteX4" fmla="*/ 8712780 w 12202751"/>
              <a:gd name="connsiteY4" fmla="*/ 6858000 h 6858000"/>
              <a:gd name="connsiteX5" fmla="*/ 8752852 w 12202751"/>
              <a:gd name="connsiteY5" fmla="*/ 6786092 h 6858000"/>
              <a:gd name="connsiteX6" fmla="*/ 9165949 w 12202751"/>
              <a:gd name="connsiteY6" fmla="*/ 6254507 h 6858000"/>
              <a:gd name="connsiteX7" fmla="*/ 9196825 w 12202751"/>
              <a:gd name="connsiteY7" fmla="*/ 6253791 h 6858000"/>
              <a:gd name="connsiteX8" fmla="*/ 6322661 w 12202751"/>
              <a:gd name="connsiteY8" fmla="*/ 860036 h 6858000"/>
              <a:gd name="connsiteX9" fmla="*/ 6406295 w 12202751"/>
              <a:gd name="connsiteY9" fmla="*/ 923793 h 6858000"/>
              <a:gd name="connsiteX10" fmla="*/ 6343263 w 12202751"/>
              <a:gd name="connsiteY10" fmla="*/ 1578190 h 6858000"/>
              <a:gd name="connsiteX11" fmla="*/ 3612233 w 12202751"/>
              <a:gd name="connsiteY11" fmla="*/ 6735009 h 6858000"/>
              <a:gd name="connsiteX12" fmla="*/ 3592717 w 12202751"/>
              <a:gd name="connsiteY12" fmla="*/ 6858000 h 6858000"/>
              <a:gd name="connsiteX13" fmla="*/ 0 w 12202751"/>
              <a:gd name="connsiteY13" fmla="*/ 6858000 h 6858000"/>
              <a:gd name="connsiteX14" fmla="*/ 0 w 12202751"/>
              <a:gd name="connsiteY14" fmla="*/ 6632489 h 6858000"/>
              <a:gd name="connsiteX15" fmla="*/ 339610 w 12202751"/>
              <a:gd name="connsiteY15" fmla="*/ 6322172 h 6858000"/>
              <a:gd name="connsiteX16" fmla="*/ 5674132 w 12202751"/>
              <a:gd name="connsiteY16" fmla="*/ 1607274 h 6858000"/>
              <a:gd name="connsiteX17" fmla="*/ 6322661 w 12202751"/>
              <a:gd name="connsiteY17" fmla="*/ 860036 h 6858000"/>
              <a:gd name="connsiteX18" fmla="*/ 11650950 w 12202751"/>
              <a:gd name="connsiteY18" fmla="*/ 0 h 6858000"/>
              <a:gd name="connsiteX19" fmla="*/ 12202751 w 12202751"/>
              <a:gd name="connsiteY19" fmla="*/ 0 h 6858000"/>
              <a:gd name="connsiteX20" fmla="*/ 12202751 w 12202751"/>
              <a:gd name="connsiteY20" fmla="*/ 4442690 h 6858000"/>
              <a:gd name="connsiteX21" fmla="*/ 12090669 w 12202751"/>
              <a:gd name="connsiteY21" fmla="*/ 4422014 h 6858000"/>
              <a:gd name="connsiteX22" fmla="*/ 10571396 w 12202751"/>
              <a:gd name="connsiteY22" fmla="*/ 2213198 h 6858000"/>
              <a:gd name="connsiteX23" fmla="*/ 11525799 w 12202751"/>
              <a:gd name="connsiteY23" fmla="*/ 135882 h 6858000"/>
              <a:gd name="connsiteX24" fmla="*/ 0 w 12202751"/>
              <a:gd name="connsiteY24" fmla="*/ 0 h 6858000"/>
              <a:gd name="connsiteX25" fmla="*/ 2054194 w 12202751"/>
              <a:gd name="connsiteY25" fmla="*/ 0 h 6858000"/>
              <a:gd name="connsiteX26" fmla="*/ 1941123 w 12202751"/>
              <a:gd name="connsiteY26" fmla="*/ 75811 h 6858000"/>
              <a:gd name="connsiteX27" fmla="*/ 206525 w 12202751"/>
              <a:gd name="connsiteY27" fmla="*/ 1437904 h 6858000"/>
              <a:gd name="connsiteX28" fmla="*/ 0 w 12202751"/>
              <a:gd name="connsiteY28" fmla="*/ 163234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2202751" h="6858000">
                <a:moveTo>
                  <a:pt x="9196825" y="6253791"/>
                </a:moveTo>
                <a:cubicBezTo>
                  <a:pt x="9207202" y="6254820"/>
                  <a:pt x="9217676" y="6257130"/>
                  <a:pt x="9228283" y="6260764"/>
                </a:cubicBezTo>
                <a:cubicBezTo>
                  <a:pt x="9307834" y="6289395"/>
                  <a:pt x="9333091" y="6516346"/>
                  <a:pt x="9319129" y="6797771"/>
                </a:cubicBezTo>
                <a:lnTo>
                  <a:pt x="9315062" y="6858000"/>
                </a:lnTo>
                <a:lnTo>
                  <a:pt x="8712780" y="6858000"/>
                </a:lnTo>
                <a:lnTo>
                  <a:pt x="8752852" y="6786092"/>
                </a:lnTo>
                <a:cubicBezTo>
                  <a:pt x="8924836" y="6476801"/>
                  <a:pt x="9040774" y="6272774"/>
                  <a:pt x="9165949" y="6254507"/>
                </a:cubicBezTo>
                <a:cubicBezTo>
                  <a:pt x="9176167" y="6253017"/>
                  <a:pt x="9186447" y="6252763"/>
                  <a:pt x="9196825" y="6253791"/>
                </a:cubicBezTo>
                <a:close/>
                <a:moveTo>
                  <a:pt x="6322661" y="860036"/>
                </a:moveTo>
                <a:cubicBezTo>
                  <a:pt x="6359190" y="857387"/>
                  <a:pt x="6388114" y="876530"/>
                  <a:pt x="6406295" y="923793"/>
                </a:cubicBezTo>
                <a:cubicBezTo>
                  <a:pt x="6454783" y="1049825"/>
                  <a:pt x="6420842" y="1229178"/>
                  <a:pt x="6343263" y="1578190"/>
                </a:cubicBezTo>
                <a:cubicBezTo>
                  <a:pt x="5856638" y="3709453"/>
                  <a:pt x="3958041" y="5234882"/>
                  <a:pt x="3612233" y="6735009"/>
                </a:cubicBezTo>
                <a:lnTo>
                  <a:pt x="3592717" y="6858000"/>
                </a:lnTo>
                <a:lnTo>
                  <a:pt x="0" y="6858000"/>
                </a:lnTo>
                <a:lnTo>
                  <a:pt x="0" y="6632489"/>
                </a:lnTo>
                <a:lnTo>
                  <a:pt x="339610" y="6322172"/>
                </a:lnTo>
                <a:cubicBezTo>
                  <a:pt x="2196386" y="4691797"/>
                  <a:pt x="4577580" y="3447091"/>
                  <a:pt x="5674132" y="1607274"/>
                </a:cubicBezTo>
                <a:cubicBezTo>
                  <a:pt x="5863233" y="1292194"/>
                  <a:pt x="6164370" y="871513"/>
                  <a:pt x="6322661" y="860036"/>
                </a:cubicBezTo>
                <a:close/>
                <a:moveTo>
                  <a:pt x="11650950" y="0"/>
                </a:moveTo>
                <a:lnTo>
                  <a:pt x="12202751" y="0"/>
                </a:lnTo>
                <a:lnTo>
                  <a:pt x="12202751" y="4442690"/>
                </a:lnTo>
                <a:lnTo>
                  <a:pt x="12090669" y="4422014"/>
                </a:lnTo>
                <a:cubicBezTo>
                  <a:pt x="11211465" y="4223417"/>
                  <a:pt x="10568413" y="3552240"/>
                  <a:pt x="10571396" y="2213198"/>
                </a:cubicBezTo>
                <a:cubicBezTo>
                  <a:pt x="10572439" y="1498198"/>
                  <a:pt x="10939503" y="807920"/>
                  <a:pt x="11525799" y="135882"/>
                </a:cubicBezTo>
                <a:close/>
                <a:moveTo>
                  <a:pt x="0" y="0"/>
                </a:moveTo>
                <a:lnTo>
                  <a:pt x="2054194" y="0"/>
                </a:lnTo>
                <a:lnTo>
                  <a:pt x="1941123" y="75811"/>
                </a:lnTo>
                <a:cubicBezTo>
                  <a:pt x="1355823" y="476321"/>
                  <a:pt x="767225" y="928929"/>
                  <a:pt x="206525" y="1437904"/>
                </a:cubicBezTo>
                <a:lnTo>
                  <a:pt x="0" y="1632346"/>
                </a:lnTo>
                <a:close/>
              </a:path>
            </a:pathLst>
          </a:custGeom>
          <a:solidFill>
            <a:srgbClr val="01B8C9"/>
          </a:solidFill>
        </p:spPr>
        <p:txBody>
          <a:bodyPr wrap="square">
            <a:noAutofit/>
          </a:bodyPr>
          <a:lstStyle>
            <a:lvl1pPr marL="0" indent="0">
              <a:buNone/>
              <a:defRPr/>
            </a:lvl1pPr>
          </a:lstStyle>
          <a:p>
            <a:pPr lvl="0"/>
            <a:r>
              <a:rPr lang="nl-NL" dirty="0"/>
              <a:t>  </a:t>
            </a:r>
          </a:p>
        </p:txBody>
      </p:sp>
      <p:pic>
        <p:nvPicPr>
          <p:cNvPr id="16" name="Graphic 15">
            <a:extLst>
              <a:ext uri="{FF2B5EF4-FFF2-40B4-BE49-F238E27FC236}">
                <a16:creationId xmlns:a16="http://schemas.microsoft.com/office/drawing/2014/main" id="{265046F8-6E49-F84F-8653-D5C1E78CC62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800" y="5846400"/>
            <a:ext cx="1461599" cy="1033080"/>
          </a:xfrm>
          <a:prstGeom prst="rect">
            <a:avLst/>
          </a:prstGeom>
        </p:spPr>
      </p:pic>
    </p:spTree>
    <p:extLst>
      <p:ext uri="{BB962C8B-B14F-4D97-AF65-F5344CB8AC3E}">
        <p14:creationId xmlns:p14="http://schemas.microsoft.com/office/powerpoint/2010/main" val="181493436"/>
      </p:ext>
    </p:extLst>
  </p:cSld>
  <p:clrMapOvr>
    <a:masterClrMapping/>
  </p:clrMapOvr>
  <p:transition spd="slow">
    <p:push dir="u"/>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1_Tekst (Blauw)">
    <p:spTree>
      <p:nvGrpSpPr>
        <p:cNvPr id="1" name=""/>
        <p:cNvGrpSpPr/>
        <p:nvPr/>
      </p:nvGrpSpPr>
      <p:grpSpPr>
        <a:xfrm>
          <a:off x="0" y="0"/>
          <a:ext cx="0" cy="0"/>
          <a:chOff x="0" y="0"/>
          <a:chExt cx="0" cy="0"/>
        </a:xfrm>
      </p:grpSpPr>
      <p:sp>
        <p:nvSpPr>
          <p:cNvPr id="22" name="Rechthoek 21">
            <a:extLst>
              <a:ext uri="{FF2B5EF4-FFF2-40B4-BE49-F238E27FC236}">
                <a16:creationId xmlns:a16="http://schemas.microsoft.com/office/drawing/2014/main" id="{E493D16D-3009-48A7-8CAE-D76DFD02422C}"/>
              </a:ext>
            </a:extLst>
          </p:cNvPr>
          <p:cNvSpPr/>
          <p:nvPr/>
        </p:nvSpPr>
        <p:spPr>
          <a:xfrm>
            <a:off x="-10750" y="0"/>
            <a:ext cx="1220275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84" name="Tijdelijke aanduiding voor tekst 183">
            <a:extLst>
              <a:ext uri="{FF2B5EF4-FFF2-40B4-BE49-F238E27FC236}">
                <a16:creationId xmlns:a16="http://schemas.microsoft.com/office/drawing/2014/main" id="{53F1B21A-CF3B-6441-A870-5260B9155006}"/>
              </a:ext>
            </a:extLst>
          </p:cNvPr>
          <p:cNvSpPr>
            <a:spLocks noGrp="1"/>
          </p:cNvSpPr>
          <p:nvPr>
            <p:ph type="body" sz="quarter" idx="14" hasCustomPrompt="1"/>
          </p:nvPr>
        </p:nvSpPr>
        <p:spPr>
          <a:xfrm>
            <a:off x="2" y="-11608"/>
            <a:ext cx="12191998" cy="6869608"/>
          </a:xfrm>
          <a:custGeom>
            <a:avLst/>
            <a:gdLst>
              <a:gd name="connsiteX0" fmla="*/ 3185333 w 12191998"/>
              <a:gd name="connsiteY0" fmla="*/ 0 h 6869608"/>
              <a:gd name="connsiteX1" fmla="*/ 8925946 w 12191998"/>
              <a:gd name="connsiteY1" fmla="*/ 0 h 6869608"/>
              <a:gd name="connsiteX2" fmla="*/ 8948177 w 12191998"/>
              <a:gd name="connsiteY2" fmla="*/ 48565 h 6869608"/>
              <a:gd name="connsiteX3" fmla="*/ 11992586 w 12191998"/>
              <a:gd name="connsiteY3" fmla="*/ 1044578 h 6869608"/>
              <a:gd name="connsiteX4" fmla="*/ 12191998 w 12191998"/>
              <a:gd name="connsiteY4" fmla="*/ 989575 h 6869608"/>
              <a:gd name="connsiteX5" fmla="*/ 12191998 w 12191998"/>
              <a:gd name="connsiteY5" fmla="*/ 6196705 h 6869608"/>
              <a:gd name="connsiteX6" fmla="*/ 11851510 w 12191998"/>
              <a:gd name="connsiteY6" fmla="*/ 6626723 h 6869608"/>
              <a:gd name="connsiteX7" fmla="*/ 11646947 w 12191998"/>
              <a:gd name="connsiteY7" fmla="*/ 6869608 h 6869608"/>
              <a:gd name="connsiteX8" fmla="*/ 6613960 w 12191998"/>
              <a:gd name="connsiteY8" fmla="*/ 6869608 h 6869608"/>
              <a:gd name="connsiteX9" fmla="*/ 6636609 w 12191998"/>
              <a:gd name="connsiteY9" fmla="*/ 6805697 h 6869608"/>
              <a:gd name="connsiteX10" fmla="*/ 7241039 w 12191998"/>
              <a:gd name="connsiteY10" fmla="*/ 4210206 h 6869608"/>
              <a:gd name="connsiteX11" fmla="*/ 7198578 w 12191998"/>
              <a:gd name="connsiteY11" fmla="*/ 3111481 h 6869608"/>
              <a:gd name="connsiteX12" fmla="*/ 6593496 w 12191998"/>
              <a:gd name="connsiteY12" fmla="*/ 3838657 h 6869608"/>
              <a:gd name="connsiteX13" fmla="*/ 1147743 w 12191998"/>
              <a:gd name="connsiteY13" fmla="*/ 4894917 h 6869608"/>
              <a:gd name="connsiteX14" fmla="*/ 3182435 w 12191998"/>
              <a:gd name="connsiteY14" fmla="*/ 5149 h 6869608"/>
              <a:gd name="connsiteX15" fmla="*/ 0 w 12191998"/>
              <a:gd name="connsiteY15" fmla="*/ 0 h 6869608"/>
              <a:gd name="connsiteX16" fmla="*/ 1541390 w 12191998"/>
              <a:gd name="connsiteY16" fmla="*/ 0 h 6869608"/>
              <a:gd name="connsiteX17" fmla="*/ 1224979 w 12191998"/>
              <a:gd name="connsiteY17" fmla="*/ 267087 h 6869608"/>
              <a:gd name="connsiteX18" fmla="*/ 354211 w 12191998"/>
              <a:gd name="connsiteY18" fmla="*/ 947343 h 6869608"/>
              <a:gd name="connsiteX19" fmla="*/ 0 w 12191998"/>
              <a:gd name="connsiteY19" fmla="*/ 1210989 h 68696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2191998" h="6869608">
                <a:moveTo>
                  <a:pt x="3185333" y="0"/>
                </a:moveTo>
                <a:lnTo>
                  <a:pt x="8925946" y="0"/>
                </a:lnTo>
                <a:lnTo>
                  <a:pt x="8948177" y="48565"/>
                </a:lnTo>
                <a:cubicBezTo>
                  <a:pt x="9485809" y="1122949"/>
                  <a:pt x="10723864" y="1348553"/>
                  <a:pt x="11992586" y="1044578"/>
                </a:cubicBezTo>
                <a:lnTo>
                  <a:pt x="12191998" y="989575"/>
                </a:lnTo>
                <a:lnTo>
                  <a:pt x="12191998" y="6196705"/>
                </a:lnTo>
                <a:lnTo>
                  <a:pt x="11851510" y="6626723"/>
                </a:lnTo>
                <a:lnTo>
                  <a:pt x="11646947" y="6869608"/>
                </a:lnTo>
                <a:lnTo>
                  <a:pt x="6613960" y="6869608"/>
                </a:lnTo>
                <a:lnTo>
                  <a:pt x="6636609" y="6805697"/>
                </a:lnTo>
                <a:cubicBezTo>
                  <a:pt x="6886291" y="6046491"/>
                  <a:pt x="7073513" y="5195475"/>
                  <a:pt x="7241039" y="4210206"/>
                </a:cubicBezTo>
                <a:cubicBezTo>
                  <a:pt x="7325965" y="3711264"/>
                  <a:pt x="7331269" y="3159250"/>
                  <a:pt x="7198578" y="3111481"/>
                </a:cubicBezTo>
                <a:cubicBezTo>
                  <a:pt x="7012804" y="3047785"/>
                  <a:pt x="6864186" y="3355642"/>
                  <a:pt x="6593496" y="3838657"/>
                </a:cubicBezTo>
                <a:cubicBezTo>
                  <a:pt x="5579714" y="5590242"/>
                  <a:pt x="2288907" y="7617838"/>
                  <a:pt x="1147743" y="4894917"/>
                </a:cubicBezTo>
                <a:cubicBezTo>
                  <a:pt x="486928" y="3322469"/>
                  <a:pt x="2068305" y="1869445"/>
                  <a:pt x="3182435" y="5149"/>
                </a:cubicBezTo>
                <a:close/>
                <a:moveTo>
                  <a:pt x="0" y="0"/>
                </a:moveTo>
                <a:lnTo>
                  <a:pt x="1541390" y="0"/>
                </a:lnTo>
                <a:lnTo>
                  <a:pt x="1224979" y="267087"/>
                </a:lnTo>
                <a:cubicBezTo>
                  <a:pt x="944161" y="496828"/>
                  <a:pt x="652150" y="722628"/>
                  <a:pt x="354211" y="947343"/>
                </a:cubicBezTo>
                <a:lnTo>
                  <a:pt x="0" y="1210989"/>
                </a:lnTo>
                <a:close/>
              </a:path>
            </a:pathLst>
          </a:custGeom>
          <a:solidFill>
            <a:srgbClr val="01B8C9"/>
          </a:solidFill>
        </p:spPr>
        <p:txBody>
          <a:bodyPr wrap="square">
            <a:noAutofit/>
          </a:bodyPr>
          <a:lstStyle>
            <a:lvl1pPr marL="0" indent="0">
              <a:buNone/>
              <a:defRPr/>
            </a:lvl1pPr>
          </a:lstStyle>
          <a:p>
            <a:pPr lvl="0"/>
            <a:r>
              <a:rPr lang="nl-NL" dirty="0"/>
              <a:t>  </a:t>
            </a:r>
            <a:endParaRPr lang="en-GB" dirty="0"/>
          </a:p>
        </p:txBody>
      </p:sp>
      <p:sp>
        <p:nvSpPr>
          <p:cNvPr id="3" name="Tijdelijke aanduiding voor verticale tekst 2"/>
          <p:cNvSpPr>
            <a:spLocks noGrp="1"/>
          </p:cNvSpPr>
          <p:nvPr>
            <p:ph type="body" orient="vert" idx="1"/>
          </p:nvPr>
        </p:nvSpPr>
        <p:spPr>
          <a:xfrm>
            <a:off x="698499" y="718513"/>
            <a:ext cx="10798175" cy="5229851"/>
          </a:xfrm>
        </p:spPr>
        <p:txBody>
          <a:bodyPr vert="horz" lIns="0" tIns="0" rIns="0" bIns="0" anchor="ctr" anchorCtr="0"/>
          <a:lstStyle>
            <a:lvl1pPr marL="0" indent="0" algn="ctr">
              <a:buClr>
                <a:schemeClr val="bg1"/>
              </a:buClr>
              <a:buNone/>
              <a:defRPr sz="4400" i="0">
                <a:solidFill>
                  <a:schemeClr val="bg1"/>
                </a:solidFill>
                <a:latin typeface="+mj-lt"/>
              </a:defRPr>
            </a:lvl1pPr>
            <a:lvl2pPr marL="0" indent="0" algn="ctr">
              <a:buClr>
                <a:schemeClr val="bg1"/>
              </a:buClr>
              <a:buNone/>
              <a:defRPr sz="3600" i="0">
                <a:solidFill>
                  <a:schemeClr val="bg1"/>
                </a:solidFill>
              </a:defRPr>
            </a:lvl2pPr>
            <a:lvl3pPr marL="0" indent="0" algn="ctr">
              <a:buFont typeface="Arial" panose="020B0604020202020204" pitchFamily="34" charset="0"/>
              <a:buNone/>
              <a:defRPr sz="3600" i="0">
                <a:solidFill>
                  <a:schemeClr val="bg1"/>
                </a:solidFill>
              </a:defRPr>
            </a:lvl3pPr>
            <a:lvl4pPr marL="0" indent="0" algn="ctr">
              <a:buFont typeface="Arial" panose="020B0604020202020204" pitchFamily="34" charset="0"/>
              <a:buNone/>
              <a:defRPr sz="3600" i="0">
                <a:solidFill>
                  <a:schemeClr val="bg1"/>
                </a:solidFill>
              </a:defRPr>
            </a:lvl4pPr>
            <a:lvl5pPr marL="0" indent="0" algn="ctr">
              <a:buClr>
                <a:schemeClr val="bg1"/>
              </a:buClr>
              <a:buFont typeface="Arial" panose="020B0604020202020204" pitchFamily="34" charset="0"/>
              <a:buNone/>
              <a:defRPr sz="3600" i="0">
                <a:solidFill>
                  <a:schemeClr val="bg1"/>
                </a:solidFill>
              </a:defRPr>
            </a:lvl5pPr>
            <a:lvl6pPr marL="0" indent="0" algn="ctr">
              <a:buClr>
                <a:schemeClr val="bg1"/>
              </a:buClr>
              <a:buFont typeface="Arial" panose="020B0604020202020204" pitchFamily="34" charset="0"/>
              <a:buNone/>
              <a:defRPr sz="3600" i="0">
                <a:solidFill>
                  <a:schemeClr val="bg1"/>
                </a:solidFill>
              </a:defRPr>
            </a:lvl6pPr>
            <a:lvl7pPr marL="0" indent="0" algn="ctr">
              <a:buClr>
                <a:schemeClr val="bg1"/>
              </a:buClr>
              <a:buNone/>
              <a:defRPr sz="3600" i="0">
                <a:solidFill>
                  <a:schemeClr val="bg1"/>
                </a:solidFill>
              </a:defRPr>
            </a:lvl7pPr>
            <a:lvl8pPr marL="0" indent="0" algn="ctr">
              <a:buFont typeface="Arial" panose="020B0604020202020204" pitchFamily="34" charset="0"/>
              <a:buNone/>
              <a:defRPr sz="3600" i="0">
                <a:solidFill>
                  <a:schemeClr val="bg1"/>
                </a:solidFill>
              </a:defRPr>
            </a:lvl8pPr>
            <a:lvl9pPr marL="0" indent="0" algn="ctr">
              <a:buFont typeface="Arial" panose="020B0604020202020204" pitchFamily="34" charset="0"/>
              <a:buNone/>
              <a:defRPr sz="3600" i="0">
                <a:solidFill>
                  <a:schemeClr val="bg1"/>
                </a:solidFill>
              </a:defRPr>
            </a:lvl9pPr>
          </a:lstStyle>
          <a:p>
            <a:pPr lvl="0"/>
            <a:r>
              <a:rPr lang="en-US"/>
              <a:t>Click to edit Master text styles</a:t>
            </a:r>
          </a:p>
        </p:txBody>
      </p:sp>
      <p:pic>
        <p:nvPicPr>
          <p:cNvPr id="96" name="Graphic 95">
            <a:extLst>
              <a:ext uri="{FF2B5EF4-FFF2-40B4-BE49-F238E27FC236}">
                <a16:creationId xmlns:a16="http://schemas.microsoft.com/office/drawing/2014/main" id="{F0ABF8FD-475B-8344-9393-4BC5BAD9A70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800" y="5846400"/>
            <a:ext cx="1461599" cy="1033080"/>
          </a:xfrm>
          <a:prstGeom prst="rect">
            <a:avLst/>
          </a:prstGeom>
        </p:spPr>
      </p:pic>
    </p:spTree>
    <p:extLst>
      <p:ext uri="{BB962C8B-B14F-4D97-AF65-F5344CB8AC3E}">
        <p14:creationId xmlns:p14="http://schemas.microsoft.com/office/powerpoint/2010/main" val="25665513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1_Aangepaste indeling">
    <p:spTree>
      <p:nvGrpSpPr>
        <p:cNvPr id="1" name=""/>
        <p:cNvGrpSpPr/>
        <p:nvPr/>
      </p:nvGrpSpPr>
      <p:grpSpPr>
        <a:xfrm>
          <a:off x="0" y="0"/>
          <a:ext cx="0" cy="0"/>
          <a:chOff x="0" y="0"/>
          <a:chExt cx="0" cy="0"/>
        </a:xfrm>
      </p:grpSpPr>
      <p:sp>
        <p:nvSpPr>
          <p:cNvPr id="6" name="Rechthoek 5">
            <a:extLst>
              <a:ext uri="{FF2B5EF4-FFF2-40B4-BE49-F238E27FC236}">
                <a16:creationId xmlns:a16="http://schemas.microsoft.com/office/drawing/2014/main" id="{DB2A1188-7655-3942-B402-ABAD519EE9F7}"/>
              </a:ext>
            </a:extLst>
          </p:cNvPr>
          <p:cNvSpPr/>
          <p:nvPr/>
        </p:nvSpPr>
        <p:spPr>
          <a:xfrm>
            <a:off x="-10750" y="0"/>
            <a:ext cx="12202750" cy="6858000"/>
          </a:xfrm>
          <a:prstGeom prst="rect">
            <a:avLst/>
          </a:prstGeom>
          <a:solidFill>
            <a:srgbClr val="009B7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5" name="Tijdelijke aanduiding voor tekst 24">
            <a:extLst>
              <a:ext uri="{FF2B5EF4-FFF2-40B4-BE49-F238E27FC236}">
                <a16:creationId xmlns:a16="http://schemas.microsoft.com/office/drawing/2014/main" id="{96A52489-BD48-5A40-AF40-C7FE89A51653}"/>
              </a:ext>
            </a:extLst>
          </p:cNvPr>
          <p:cNvSpPr>
            <a:spLocks noGrp="1"/>
          </p:cNvSpPr>
          <p:nvPr>
            <p:ph type="body" sz="quarter" idx="14" hasCustomPrompt="1"/>
          </p:nvPr>
        </p:nvSpPr>
        <p:spPr>
          <a:xfrm>
            <a:off x="-10748" y="0"/>
            <a:ext cx="12202750" cy="6858000"/>
          </a:xfrm>
          <a:custGeom>
            <a:avLst/>
            <a:gdLst>
              <a:gd name="connsiteX0" fmla="*/ 12202750 w 12202750"/>
              <a:gd name="connsiteY0" fmla="*/ 4626493 h 6858000"/>
              <a:gd name="connsiteX1" fmla="*/ 12202750 w 12202750"/>
              <a:gd name="connsiteY1" fmla="*/ 6858000 h 6858000"/>
              <a:gd name="connsiteX2" fmla="*/ 11270933 w 12202750"/>
              <a:gd name="connsiteY2" fmla="*/ 6858000 h 6858000"/>
              <a:gd name="connsiteX3" fmla="*/ 11292806 w 12202750"/>
              <a:gd name="connsiteY3" fmla="*/ 6823366 h 6858000"/>
              <a:gd name="connsiteX4" fmla="*/ 12132976 w 12202750"/>
              <a:gd name="connsiteY4" fmla="*/ 4864546 h 6858000"/>
              <a:gd name="connsiteX5" fmla="*/ 7211067 w 12202750"/>
              <a:gd name="connsiteY5" fmla="*/ 0 h 6858000"/>
              <a:gd name="connsiteX6" fmla="*/ 12202750 w 12202750"/>
              <a:gd name="connsiteY6" fmla="*/ 0 h 6858000"/>
              <a:gd name="connsiteX7" fmla="*/ 12202750 w 12202750"/>
              <a:gd name="connsiteY7" fmla="*/ 1701685 h 6858000"/>
              <a:gd name="connsiteX8" fmla="*/ 12201531 w 12202750"/>
              <a:gd name="connsiteY8" fmla="*/ 1703737 h 6858000"/>
              <a:gd name="connsiteX9" fmla="*/ 12013073 w 12202750"/>
              <a:gd name="connsiteY9" fmla="*/ 2040528 h 6858000"/>
              <a:gd name="connsiteX10" fmla="*/ 6393116 w 12202750"/>
              <a:gd name="connsiteY10" fmla="*/ 3130572 h 6858000"/>
              <a:gd name="connsiteX11" fmla="*/ 7006806 w 12202750"/>
              <a:gd name="connsiteY11" fmla="*/ 307865 h 6858000"/>
              <a:gd name="connsiteX12" fmla="*/ 0 w 12202750"/>
              <a:gd name="connsiteY12" fmla="*/ 0 h 6858000"/>
              <a:gd name="connsiteX13" fmla="*/ 4305911 w 12202750"/>
              <a:gd name="connsiteY13" fmla="*/ 0 h 6858000"/>
              <a:gd name="connsiteX14" fmla="*/ 4155867 w 12202750"/>
              <a:gd name="connsiteY14" fmla="*/ 111493 h 6858000"/>
              <a:gd name="connsiteX15" fmla="*/ 71946 w 12202750"/>
              <a:gd name="connsiteY15" fmla="*/ 4799708 h 6858000"/>
              <a:gd name="connsiteX16" fmla="*/ 0 w 12202750"/>
              <a:gd name="connsiteY16" fmla="*/ 503612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2202750" h="6858000">
                <a:moveTo>
                  <a:pt x="12202750" y="4626493"/>
                </a:moveTo>
                <a:lnTo>
                  <a:pt x="12202750" y="6858000"/>
                </a:lnTo>
                <a:lnTo>
                  <a:pt x="11270933" y="6858000"/>
                </a:lnTo>
                <a:lnTo>
                  <a:pt x="11292806" y="6823366"/>
                </a:lnTo>
                <a:cubicBezTo>
                  <a:pt x="11642946" y="6229435"/>
                  <a:pt x="11912279" y="5587138"/>
                  <a:pt x="12132976" y="4864546"/>
                </a:cubicBezTo>
                <a:close/>
                <a:moveTo>
                  <a:pt x="7211067" y="0"/>
                </a:moveTo>
                <a:lnTo>
                  <a:pt x="12202750" y="0"/>
                </a:lnTo>
                <a:lnTo>
                  <a:pt x="12202750" y="1701685"/>
                </a:lnTo>
                <a:lnTo>
                  <a:pt x="12201531" y="1703737"/>
                </a:lnTo>
                <a:cubicBezTo>
                  <a:pt x="12144874" y="1802592"/>
                  <a:pt x="12082910" y="1915911"/>
                  <a:pt x="12013073" y="2040528"/>
                </a:cubicBezTo>
                <a:cubicBezTo>
                  <a:pt x="10966860" y="3848144"/>
                  <a:pt x="7570785" y="5940600"/>
                  <a:pt x="6393116" y="3130572"/>
                </a:cubicBezTo>
                <a:cubicBezTo>
                  <a:pt x="5995310" y="2183970"/>
                  <a:pt x="6384878" y="1279305"/>
                  <a:pt x="7006806" y="307865"/>
                </a:cubicBezTo>
                <a:close/>
                <a:moveTo>
                  <a:pt x="0" y="0"/>
                </a:moveTo>
                <a:lnTo>
                  <a:pt x="4305911" y="0"/>
                </a:lnTo>
                <a:lnTo>
                  <a:pt x="4155867" y="111493"/>
                </a:lnTo>
                <a:cubicBezTo>
                  <a:pt x="2427429" y="1408339"/>
                  <a:pt x="762773" y="2806566"/>
                  <a:pt x="71946" y="4799708"/>
                </a:cubicBezTo>
                <a:lnTo>
                  <a:pt x="0" y="5036128"/>
                </a:lnTo>
                <a:close/>
              </a:path>
            </a:pathLst>
          </a:custGeom>
          <a:solidFill>
            <a:schemeClr val="accent1"/>
          </a:solidFill>
        </p:spPr>
        <p:txBody>
          <a:bodyPr wrap="square">
            <a:noAutofit/>
          </a:bodyPr>
          <a:lstStyle>
            <a:lvl1pPr marL="0" indent="0">
              <a:buNone/>
              <a:defRPr/>
            </a:lvl1pPr>
          </a:lstStyle>
          <a:p>
            <a:pPr lvl="0"/>
            <a:r>
              <a:rPr lang="nl-NL" dirty="0"/>
              <a:t>  </a:t>
            </a:r>
            <a:endParaRPr lang="en-GB" dirty="0"/>
          </a:p>
        </p:txBody>
      </p:sp>
      <p:sp>
        <p:nvSpPr>
          <p:cNvPr id="7" name="Titel 5">
            <a:extLst>
              <a:ext uri="{FF2B5EF4-FFF2-40B4-BE49-F238E27FC236}">
                <a16:creationId xmlns:a16="http://schemas.microsoft.com/office/drawing/2014/main" id="{7AE71AD1-5D76-2045-8B27-CC0C09C99831}"/>
              </a:ext>
            </a:extLst>
          </p:cNvPr>
          <p:cNvSpPr>
            <a:spLocks noGrp="1"/>
          </p:cNvSpPr>
          <p:nvPr>
            <p:ph type="title"/>
          </p:nvPr>
        </p:nvSpPr>
        <p:spPr>
          <a:xfrm>
            <a:off x="2153413" y="3879852"/>
            <a:ext cx="9358256" cy="1621063"/>
          </a:xfrm>
        </p:spPr>
        <p:txBody>
          <a:bodyPr anchor="b"/>
          <a:lstStyle>
            <a:lvl1pPr algn="r">
              <a:defRPr sz="3800">
                <a:solidFill>
                  <a:schemeClr val="bg1"/>
                </a:solidFill>
              </a:defRPr>
            </a:lvl1pPr>
          </a:lstStyle>
          <a:p>
            <a:r>
              <a:rPr lang="en-US"/>
              <a:t>Click to edit Master title style</a:t>
            </a:r>
            <a:endParaRPr lang="nl-NL" dirty="0"/>
          </a:p>
        </p:txBody>
      </p:sp>
      <p:sp>
        <p:nvSpPr>
          <p:cNvPr id="8" name="Ondertitel 2">
            <a:extLst>
              <a:ext uri="{FF2B5EF4-FFF2-40B4-BE49-F238E27FC236}">
                <a16:creationId xmlns:a16="http://schemas.microsoft.com/office/drawing/2014/main" id="{FFCFFB82-1AE5-3D4E-9AD9-487B27ADF680}"/>
              </a:ext>
            </a:extLst>
          </p:cNvPr>
          <p:cNvSpPr>
            <a:spLocks noGrp="1"/>
          </p:cNvSpPr>
          <p:nvPr>
            <p:ph type="subTitle" idx="1"/>
          </p:nvPr>
        </p:nvSpPr>
        <p:spPr>
          <a:xfrm>
            <a:off x="6096000" y="5664394"/>
            <a:ext cx="5415669" cy="248472"/>
          </a:xfrm>
        </p:spPr>
        <p:txBody>
          <a:bodyPr anchor="ctr"/>
          <a:lstStyle>
            <a:lvl1pPr marL="0" indent="0" algn="r">
              <a:buNone/>
              <a:defRPr sz="16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noProof="0"/>
              <a:t>Click to edit Master subtitle style</a:t>
            </a:r>
            <a:endParaRPr lang="en-GB" noProof="0" dirty="0"/>
          </a:p>
        </p:txBody>
      </p:sp>
      <p:pic>
        <p:nvPicPr>
          <p:cNvPr id="10" name="Graphic 9">
            <a:extLst>
              <a:ext uri="{FF2B5EF4-FFF2-40B4-BE49-F238E27FC236}">
                <a16:creationId xmlns:a16="http://schemas.microsoft.com/office/drawing/2014/main" id="{079C7039-4CB9-294D-98BC-738FE5C22E6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94800" y="5846400"/>
            <a:ext cx="1461599" cy="1033080"/>
          </a:xfrm>
          <a:prstGeom prst="rect">
            <a:avLst/>
          </a:prstGeom>
        </p:spPr>
      </p:pic>
    </p:spTree>
    <p:extLst>
      <p:ext uri="{BB962C8B-B14F-4D97-AF65-F5344CB8AC3E}">
        <p14:creationId xmlns:p14="http://schemas.microsoft.com/office/powerpoint/2010/main" val="41170954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56FC95-7187-E5DB-5FDF-ADB1E91C5CA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4FBCDD8-BDA9-BA01-4F56-AF22A261E1D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37E2724-E174-BDFB-7C28-B41EACD250E8}"/>
              </a:ext>
            </a:extLst>
          </p:cNvPr>
          <p:cNvSpPr>
            <a:spLocks noGrp="1"/>
          </p:cNvSpPr>
          <p:nvPr>
            <p:ph type="dt" sz="half" idx="10"/>
          </p:nvPr>
        </p:nvSpPr>
        <p:spPr/>
        <p:txBody>
          <a:bodyPr/>
          <a:lstStyle/>
          <a:p>
            <a:fld id="{4667CF91-14D8-49F5-AFF5-1A1040A6AA69}" type="datetimeFigureOut">
              <a:rPr lang="en-US" smtClean="0"/>
              <a:t>9/11/2025</a:t>
            </a:fld>
            <a:endParaRPr lang="en-US"/>
          </a:p>
        </p:txBody>
      </p:sp>
      <p:sp>
        <p:nvSpPr>
          <p:cNvPr id="5" name="Footer Placeholder 4">
            <a:extLst>
              <a:ext uri="{FF2B5EF4-FFF2-40B4-BE49-F238E27FC236}">
                <a16:creationId xmlns:a16="http://schemas.microsoft.com/office/drawing/2014/main" id="{828038A1-626D-B8CC-408F-D137C5C074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F5B536-4A67-1013-B314-A3336DB68739}"/>
              </a:ext>
            </a:extLst>
          </p:cNvPr>
          <p:cNvSpPr>
            <a:spLocks noGrp="1"/>
          </p:cNvSpPr>
          <p:nvPr>
            <p:ph type="sldNum" sz="quarter" idx="12"/>
          </p:nvPr>
        </p:nvSpPr>
        <p:spPr/>
        <p:txBody>
          <a:bodyPr/>
          <a:lstStyle/>
          <a:p>
            <a:fld id="{FAC19962-6D7C-4628-A2A3-B00658EE5862}" type="slidenum">
              <a:rPr lang="en-US" smtClean="0"/>
              <a:t>‹#›</a:t>
            </a:fld>
            <a:endParaRPr lang="en-US"/>
          </a:p>
        </p:txBody>
      </p:sp>
    </p:spTree>
    <p:extLst>
      <p:ext uri="{BB962C8B-B14F-4D97-AF65-F5344CB8AC3E}">
        <p14:creationId xmlns:p14="http://schemas.microsoft.com/office/powerpoint/2010/main" val="15106193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9F8DF-E32A-D39F-C13F-D954B0FEDE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3A1099-0197-04E5-8A2D-1636F7FEB4A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851AC7-D6F8-1A79-B1D2-B79ECBE4A378}"/>
              </a:ext>
            </a:extLst>
          </p:cNvPr>
          <p:cNvSpPr>
            <a:spLocks noGrp="1"/>
          </p:cNvSpPr>
          <p:nvPr>
            <p:ph type="dt" sz="half" idx="10"/>
          </p:nvPr>
        </p:nvSpPr>
        <p:spPr/>
        <p:txBody>
          <a:bodyPr/>
          <a:lstStyle/>
          <a:p>
            <a:fld id="{4667CF91-14D8-49F5-AFF5-1A1040A6AA69}" type="datetimeFigureOut">
              <a:rPr lang="en-US" smtClean="0"/>
              <a:t>9/11/2025</a:t>
            </a:fld>
            <a:endParaRPr lang="en-US"/>
          </a:p>
        </p:txBody>
      </p:sp>
      <p:sp>
        <p:nvSpPr>
          <p:cNvPr id="5" name="Footer Placeholder 4">
            <a:extLst>
              <a:ext uri="{FF2B5EF4-FFF2-40B4-BE49-F238E27FC236}">
                <a16:creationId xmlns:a16="http://schemas.microsoft.com/office/drawing/2014/main" id="{AC322485-955C-A906-AF93-E69C3E8EEA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6CA230-C530-9E6D-543B-1DFAE186FB5C}"/>
              </a:ext>
            </a:extLst>
          </p:cNvPr>
          <p:cNvSpPr>
            <a:spLocks noGrp="1"/>
          </p:cNvSpPr>
          <p:nvPr>
            <p:ph type="sldNum" sz="quarter" idx="12"/>
          </p:nvPr>
        </p:nvSpPr>
        <p:spPr/>
        <p:txBody>
          <a:bodyPr/>
          <a:lstStyle/>
          <a:p>
            <a:fld id="{FAC19962-6D7C-4628-A2A3-B00658EE5862}" type="slidenum">
              <a:rPr lang="en-US" smtClean="0"/>
              <a:t>‹#›</a:t>
            </a:fld>
            <a:endParaRPr lang="en-US"/>
          </a:p>
        </p:txBody>
      </p:sp>
    </p:spTree>
    <p:extLst>
      <p:ext uri="{BB962C8B-B14F-4D97-AF65-F5344CB8AC3E}">
        <p14:creationId xmlns:p14="http://schemas.microsoft.com/office/powerpoint/2010/main" val="296303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4" name="Group 4"/>
          <p:cNvGrpSpPr/>
          <p:nvPr/>
        </p:nvGrpSpPr>
        <p:grpSpPr>
          <a:xfrm>
            <a:off x="698501" y="5884314"/>
            <a:ext cx="1454912" cy="577167"/>
            <a:chOff x="0" y="0"/>
            <a:chExt cx="1454911" cy="577165"/>
          </a:xfrm>
        </p:grpSpPr>
        <p:sp>
          <p:nvSpPr>
            <p:cNvPr id="36" name="Freeform 5"/>
            <p:cNvSpPr/>
            <p:nvPr/>
          </p:nvSpPr>
          <p:spPr>
            <a:xfrm>
              <a:off x="289214" y="284162"/>
              <a:ext cx="268376" cy="293004"/>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7"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7" y="21600"/>
                    <a:pt x="10800" y="21600"/>
                  </a:cubicBezTo>
                  <a:cubicBezTo>
                    <a:pt x="5063" y="21600"/>
                    <a:pt x="0" y="19096"/>
                    <a:pt x="0" y="13461"/>
                  </a:cubicBezTo>
                  <a:cubicBezTo>
                    <a:pt x="0" y="0"/>
                    <a:pt x="0" y="0"/>
                    <a:pt x="0" y="0"/>
                  </a:cubicBezTo>
                  <a:cubicBezTo>
                    <a:pt x="6413" y="0"/>
                    <a:pt x="6413" y="0"/>
                    <a:pt x="6413" y="0"/>
                  </a:cubicBezTo>
                  <a:cubicBezTo>
                    <a:pt x="6413" y="13148"/>
                    <a:pt x="6413" y="13148"/>
                    <a:pt x="6413" y="13148"/>
                  </a:cubicBezTo>
                  <a:cubicBezTo>
                    <a:pt x="6413" y="15652"/>
                    <a:pt x="7763" y="17530"/>
                    <a:pt x="10800" y="17530"/>
                  </a:cubicBezTo>
                  <a:close/>
                </a:path>
              </a:pathLst>
            </a:custGeom>
            <a:solidFill>
              <a:schemeClr val="accent1"/>
            </a:solidFill>
            <a:ln w="12700" cap="flat">
              <a:noFill/>
              <a:miter lim="400000"/>
            </a:ln>
            <a:effectLst/>
          </p:spPr>
          <p:txBody>
            <a:bodyPr wrap="square" lIns="45719" tIns="45719" rIns="45719" bIns="45719" numCol="1" anchor="t">
              <a:noAutofit/>
            </a:bodyPr>
            <a:lstStyle/>
            <a:p>
              <a:endParaRPr/>
            </a:p>
          </p:txBody>
        </p:sp>
        <p:sp>
          <p:nvSpPr>
            <p:cNvPr id="37" name="Freeform 6"/>
            <p:cNvSpPr/>
            <p:nvPr/>
          </p:nvSpPr>
          <p:spPr>
            <a:xfrm>
              <a:off x="0" y="284162"/>
              <a:ext cx="251958" cy="284795"/>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8" name="Freeform 7"/>
            <p:cNvSpPr/>
            <p:nvPr/>
          </p:nvSpPr>
          <p:spPr>
            <a:xfrm>
              <a:off x="76645" y="-1"/>
              <a:ext cx="266458" cy="267114"/>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39" name="Freeform 8"/>
            <p:cNvSpPr/>
            <p:nvPr/>
          </p:nvSpPr>
          <p:spPr>
            <a:xfrm>
              <a:off x="901742" y="364991"/>
              <a:ext cx="176182" cy="212175"/>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0" name="Rectangle 9"/>
            <p:cNvSpPr/>
            <p:nvPr/>
          </p:nvSpPr>
          <p:spPr>
            <a:xfrm>
              <a:off x="1124020" y="284162"/>
              <a:ext cx="33469" cy="284795"/>
            </a:xfrm>
            <a:prstGeom prst="rect">
              <a:avLst/>
            </a:prstGeom>
            <a:solidFill>
              <a:srgbClr val="000000"/>
            </a:solidFill>
            <a:ln w="12700" cap="flat">
              <a:noFill/>
              <a:miter lim="400000"/>
            </a:ln>
            <a:effectLst/>
          </p:spPr>
          <p:txBody>
            <a:bodyPr wrap="square" lIns="45719" tIns="45719" rIns="45719" bIns="45719" numCol="1" anchor="t">
              <a:noAutofit/>
            </a:bodyPr>
            <a:lstStyle/>
            <a:p>
              <a:endParaRPr/>
            </a:p>
          </p:txBody>
        </p:sp>
        <p:sp>
          <p:nvSpPr>
            <p:cNvPr id="41" name="Freeform 10"/>
            <p:cNvSpPr/>
            <p:nvPr/>
          </p:nvSpPr>
          <p:spPr>
            <a:xfrm>
              <a:off x="1199165" y="280373"/>
              <a:ext cx="126296" cy="28858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2" name="Freeform 11"/>
            <p:cNvSpPr/>
            <p:nvPr/>
          </p:nvSpPr>
          <p:spPr>
            <a:xfrm>
              <a:off x="1341878" y="318262"/>
              <a:ext cx="113034" cy="258904"/>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sp>
          <p:nvSpPr>
            <p:cNvPr id="43" name="Freeform 12"/>
            <p:cNvSpPr/>
            <p:nvPr/>
          </p:nvSpPr>
          <p:spPr>
            <a:xfrm>
              <a:off x="637155" y="284162"/>
              <a:ext cx="226699" cy="284795"/>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cap="flat">
              <a:noFill/>
              <a:miter lim="400000"/>
            </a:ln>
            <a:effectLst/>
          </p:spPr>
          <p:txBody>
            <a:bodyPr wrap="square" lIns="45719" tIns="45719" rIns="45719" bIns="45719" numCol="1" anchor="t">
              <a:noAutofit/>
            </a:bodyPr>
            <a:lstStyle/>
            <a:p>
              <a:endParaRPr/>
            </a:p>
          </p:txBody>
        </p:sp>
      </p:grpSp>
      <p:sp>
        <p:nvSpPr>
          <p:cNvPr id="45" name="Rechthoek 6"/>
          <p:cNvSpPr/>
          <p:nvPr/>
        </p:nvSpPr>
        <p:spPr>
          <a:xfrm>
            <a:off x="161518" y="119267"/>
            <a:ext cx="11868965" cy="6408281"/>
          </a:xfrm>
          <a:prstGeom prst="rect">
            <a:avLst/>
          </a:prstGeom>
          <a:solidFill>
            <a:srgbClr val="FFFFFF"/>
          </a:solidFill>
          <a:ln w="12700">
            <a:miter lim="400000"/>
          </a:ln>
        </p:spPr>
        <p:txBody>
          <a:bodyPr lIns="45719" rIns="45719" anchor="ctr"/>
          <a:lstStyle/>
          <a:p>
            <a:pPr algn="ctr">
              <a:defRPr>
                <a:solidFill>
                  <a:srgbClr val="FFFFFF"/>
                </a:solidFill>
              </a:defRPr>
            </a:pPr>
            <a:endParaRPr/>
          </a:p>
        </p:txBody>
      </p:sp>
      <p:sp>
        <p:nvSpPr>
          <p:cNvPr id="46" name="Tekstvak 4"/>
          <p:cNvSpPr txBox="1"/>
          <p:nvPr/>
        </p:nvSpPr>
        <p:spPr>
          <a:xfrm>
            <a:off x="34969" y="-662297"/>
            <a:ext cx="12100562" cy="46166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lvl1pPr algn="ctr">
              <a:defRPr sz="2400" spc="50">
                <a:solidFill>
                  <a:schemeClr val="accent2"/>
                </a:solidFill>
                <a:latin typeface="Roboto Slab Regular Regular"/>
                <a:ea typeface="Roboto Slab Regular Regular"/>
                <a:cs typeface="Roboto Slab Regular Regular"/>
                <a:sym typeface="Roboto Slab Regular Regular"/>
              </a:defRPr>
            </a:lvl1pPr>
          </a:lstStyle>
          <a:p>
            <a:r>
              <a:rPr dirty="0">
                <a:solidFill>
                  <a:schemeClr val="tx1"/>
                </a:solidFill>
              </a:rPr>
              <a:t>Logo (</a:t>
            </a:r>
            <a:r>
              <a:rPr dirty="0" err="1">
                <a:solidFill>
                  <a:schemeClr val="tx1"/>
                </a:solidFill>
              </a:rPr>
              <a:t>Animatie</a:t>
            </a:r>
            <a:r>
              <a:rPr dirty="0">
                <a:solidFill>
                  <a:schemeClr val="tx1"/>
                </a:solidFill>
              </a:rPr>
              <a:t>)</a:t>
            </a:r>
          </a:p>
        </p:txBody>
      </p:sp>
      <p:sp>
        <p:nvSpPr>
          <p:cNvPr id="60" name="Freeform 5"/>
          <p:cNvSpPr/>
          <p:nvPr/>
        </p:nvSpPr>
        <p:spPr>
          <a:xfrm>
            <a:off x="4543471" y="3282713"/>
            <a:ext cx="950757" cy="1038005"/>
          </a:xfrm>
          <a:custGeom>
            <a:avLst/>
            <a:gdLst/>
            <a:ahLst/>
            <a:cxnLst>
              <a:cxn ang="0">
                <a:pos x="wd2" y="hd2"/>
              </a:cxn>
              <a:cxn ang="5400000">
                <a:pos x="wd2" y="hd2"/>
              </a:cxn>
              <a:cxn ang="10800000">
                <a:pos x="wd2" y="hd2"/>
              </a:cxn>
              <a:cxn ang="16200000">
                <a:pos x="wd2" y="hd2"/>
              </a:cxn>
            </a:cxnLst>
            <a:rect l="0" t="0" r="r" b="b"/>
            <a:pathLst>
              <a:path w="21600" h="21600" extrusionOk="0">
                <a:moveTo>
                  <a:pt x="10800" y="17530"/>
                </a:moveTo>
                <a:cubicBezTo>
                  <a:pt x="13838" y="17530"/>
                  <a:pt x="15525" y="15652"/>
                  <a:pt x="15525" y="13148"/>
                </a:cubicBezTo>
                <a:cubicBezTo>
                  <a:pt x="15525" y="0"/>
                  <a:pt x="15525" y="0"/>
                  <a:pt x="15525" y="0"/>
                </a:cubicBezTo>
                <a:cubicBezTo>
                  <a:pt x="21600" y="0"/>
                  <a:pt x="21600" y="0"/>
                  <a:pt x="21600" y="0"/>
                </a:cubicBezTo>
                <a:cubicBezTo>
                  <a:pt x="21600" y="13461"/>
                  <a:pt x="21600" y="13461"/>
                  <a:pt x="21600" y="13461"/>
                </a:cubicBezTo>
                <a:cubicBezTo>
                  <a:pt x="21600" y="19096"/>
                  <a:pt x="16538" y="21600"/>
                  <a:pt x="10800" y="21600"/>
                </a:cubicBezTo>
                <a:cubicBezTo>
                  <a:pt x="5062" y="21600"/>
                  <a:pt x="0" y="19096"/>
                  <a:pt x="0" y="13461"/>
                </a:cubicBezTo>
                <a:cubicBezTo>
                  <a:pt x="0" y="0"/>
                  <a:pt x="0" y="0"/>
                  <a:pt x="0" y="0"/>
                </a:cubicBezTo>
                <a:cubicBezTo>
                  <a:pt x="6412" y="0"/>
                  <a:pt x="6412" y="0"/>
                  <a:pt x="6412" y="0"/>
                </a:cubicBezTo>
                <a:cubicBezTo>
                  <a:pt x="6412" y="13148"/>
                  <a:pt x="6412" y="13148"/>
                  <a:pt x="6412" y="13148"/>
                </a:cubicBezTo>
                <a:cubicBezTo>
                  <a:pt x="6412" y="15652"/>
                  <a:pt x="7762" y="17530"/>
                  <a:pt x="10800" y="17530"/>
                </a:cubicBezTo>
                <a:close/>
              </a:path>
            </a:pathLst>
          </a:custGeom>
          <a:solidFill>
            <a:schemeClr val="accent1"/>
          </a:solidFill>
          <a:ln w="12700">
            <a:miter lim="400000"/>
          </a:ln>
        </p:spPr>
        <p:txBody>
          <a:bodyPr lIns="45719" rIns="45719"/>
          <a:lstStyle/>
          <a:p>
            <a:endParaRPr/>
          </a:p>
        </p:txBody>
      </p:sp>
      <p:sp>
        <p:nvSpPr>
          <p:cNvPr id="61" name="Freeform 6"/>
          <p:cNvSpPr/>
          <p:nvPr/>
        </p:nvSpPr>
        <p:spPr>
          <a:xfrm>
            <a:off x="3518892" y="3282713"/>
            <a:ext cx="892593" cy="1008923"/>
          </a:xfrm>
          <a:custGeom>
            <a:avLst/>
            <a:gdLst/>
            <a:ahLst/>
            <a:cxnLst>
              <a:cxn ang="0">
                <a:pos x="wd2" y="hd2"/>
              </a:cxn>
              <a:cxn ang="5400000">
                <a:pos x="wd2" y="hd2"/>
              </a:cxn>
              <a:cxn ang="10800000">
                <a:pos x="wd2" y="hd2"/>
              </a:cxn>
              <a:cxn ang="16200000">
                <a:pos x="wd2" y="hd2"/>
              </a:cxn>
            </a:cxnLst>
            <a:rect l="0" t="0" r="r" b="b"/>
            <a:pathLst>
              <a:path w="21600" h="21600" extrusionOk="0">
                <a:moveTo>
                  <a:pt x="7579" y="21600"/>
                </a:moveTo>
                <a:lnTo>
                  <a:pt x="14400" y="21600"/>
                </a:lnTo>
                <a:lnTo>
                  <a:pt x="14400" y="4215"/>
                </a:lnTo>
                <a:lnTo>
                  <a:pt x="21600" y="4215"/>
                </a:lnTo>
                <a:lnTo>
                  <a:pt x="21600" y="0"/>
                </a:lnTo>
                <a:lnTo>
                  <a:pt x="0" y="0"/>
                </a:lnTo>
                <a:lnTo>
                  <a:pt x="0" y="4215"/>
                </a:lnTo>
                <a:lnTo>
                  <a:pt x="7579" y="4215"/>
                </a:lnTo>
                <a:lnTo>
                  <a:pt x="7579" y="21600"/>
                </a:lnTo>
                <a:close/>
              </a:path>
            </a:pathLst>
          </a:custGeom>
          <a:solidFill>
            <a:srgbClr val="000000"/>
          </a:solidFill>
          <a:ln w="12700">
            <a:miter lim="400000"/>
          </a:ln>
        </p:spPr>
        <p:txBody>
          <a:bodyPr lIns="45719" rIns="45719"/>
          <a:lstStyle/>
          <a:p>
            <a:endParaRPr/>
          </a:p>
        </p:txBody>
      </p:sp>
      <p:sp>
        <p:nvSpPr>
          <p:cNvPr id="62" name="Freeform 7"/>
          <p:cNvSpPr/>
          <p:nvPr/>
        </p:nvSpPr>
        <p:spPr>
          <a:xfrm>
            <a:off x="3790419" y="2276031"/>
            <a:ext cx="943961" cy="946283"/>
          </a:xfrm>
          <a:custGeom>
            <a:avLst/>
            <a:gdLst/>
            <a:ahLst/>
            <a:cxnLst>
              <a:cxn ang="0">
                <a:pos x="wd2" y="hd2"/>
              </a:cxn>
              <a:cxn ang="5400000">
                <a:pos x="wd2" y="hd2"/>
              </a:cxn>
              <a:cxn ang="10800000">
                <a:pos x="wd2" y="hd2"/>
              </a:cxn>
              <a:cxn ang="16200000">
                <a:pos x="wd2" y="hd2"/>
              </a:cxn>
            </a:cxnLst>
            <a:rect l="0" t="0" r="r" b="b"/>
            <a:pathLst>
              <a:path w="20165" h="21600" extrusionOk="0">
                <a:moveTo>
                  <a:pt x="15162" y="12000"/>
                </a:moveTo>
                <a:cubicBezTo>
                  <a:pt x="13573" y="12343"/>
                  <a:pt x="11985" y="12000"/>
                  <a:pt x="11985" y="9943"/>
                </a:cubicBezTo>
                <a:cubicBezTo>
                  <a:pt x="11985" y="6857"/>
                  <a:pt x="18973" y="4114"/>
                  <a:pt x="19926" y="1371"/>
                </a:cubicBezTo>
                <a:cubicBezTo>
                  <a:pt x="20244" y="686"/>
                  <a:pt x="20244" y="0"/>
                  <a:pt x="19926" y="0"/>
                </a:cubicBezTo>
                <a:cubicBezTo>
                  <a:pt x="19609" y="0"/>
                  <a:pt x="19926" y="343"/>
                  <a:pt x="19291" y="1029"/>
                </a:cubicBezTo>
                <a:cubicBezTo>
                  <a:pt x="16432" y="4114"/>
                  <a:pt x="11668" y="4114"/>
                  <a:pt x="8173" y="5829"/>
                </a:cubicBezTo>
                <a:cubicBezTo>
                  <a:pt x="5632" y="6857"/>
                  <a:pt x="-1356" y="10629"/>
                  <a:pt x="232" y="18514"/>
                </a:cubicBezTo>
                <a:cubicBezTo>
                  <a:pt x="232" y="18857"/>
                  <a:pt x="550" y="20229"/>
                  <a:pt x="868" y="20229"/>
                </a:cubicBezTo>
                <a:cubicBezTo>
                  <a:pt x="868" y="20229"/>
                  <a:pt x="868" y="19543"/>
                  <a:pt x="868" y="18514"/>
                </a:cubicBezTo>
                <a:cubicBezTo>
                  <a:pt x="868" y="13714"/>
                  <a:pt x="6268" y="12343"/>
                  <a:pt x="7856" y="9257"/>
                </a:cubicBezTo>
                <a:cubicBezTo>
                  <a:pt x="8173" y="8914"/>
                  <a:pt x="8491" y="8571"/>
                  <a:pt x="8491" y="8571"/>
                </a:cubicBezTo>
                <a:cubicBezTo>
                  <a:pt x="8491" y="8914"/>
                  <a:pt x="8491" y="8914"/>
                  <a:pt x="8491" y="9257"/>
                </a:cubicBezTo>
                <a:cubicBezTo>
                  <a:pt x="7856" y="12000"/>
                  <a:pt x="5315" y="13371"/>
                  <a:pt x="6268" y="15429"/>
                </a:cubicBezTo>
                <a:cubicBezTo>
                  <a:pt x="6903" y="17829"/>
                  <a:pt x="9762" y="15771"/>
                  <a:pt x="10397" y="14400"/>
                </a:cubicBezTo>
                <a:cubicBezTo>
                  <a:pt x="10715" y="14057"/>
                  <a:pt x="10715" y="13714"/>
                  <a:pt x="11032" y="13714"/>
                </a:cubicBezTo>
                <a:cubicBezTo>
                  <a:pt x="11032" y="13714"/>
                  <a:pt x="11032" y="14400"/>
                  <a:pt x="11032" y="14743"/>
                </a:cubicBezTo>
                <a:cubicBezTo>
                  <a:pt x="10397" y="17486"/>
                  <a:pt x="10079" y="18857"/>
                  <a:pt x="8173" y="20571"/>
                </a:cubicBezTo>
                <a:cubicBezTo>
                  <a:pt x="7538" y="20914"/>
                  <a:pt x="6585" y="21257"/>
                  <a:pt x="6585" y="21600"/>
                </a:cubicBezTo>
                <a:cubicBezTo>
                  <a:pt x="6585" y="21600"/>
                  <a:pt x="7220" y="21600"/>
                  <a:pt x="7538" y="21600"/>
                </a:cubicBezTo>
                <a:cubicBezTo>
                  <a:pt x="12303" y="21257"/>
                  <a:pt x="16432" y="15086"/>
                  <a:pt x="17703" y="10971"/>
                </a:cubicBezTo>
                <a:cubicBezTo>
                  <a:pt x="17703" y="10629"/>
                  <a:pt x="17703" y="10286"/>
                  <a:pt x="17703" y="10286"/>
                </a:cubicBezTo>
                <a:cubicBezTo>
                  <a:pt x="17385" y="9943"/>
                  <a:pt x="17385" y="10286"/>
                  <a:pt x="17068" y="10629"/>
                </a:cubicBezTo>
                <a:cubicBezTo>
                  <a:pt x="16432" y="10971"/>
                  <a:pt x="15797" y="11657"/>
                  <a:pt x="15162" y="12000"/>
                </a:cubicBezTo>
                <a:close/>
              </a:path>
            </a:pathLst>
          </a:custGeom>
          <a:solidFill>
            <a:srgbClr val="000000"/>
          </a:solidFill>
          <a:ln w="12700">
            <a:miter lim="400000"/>
          </a:ln>
        </p:spPr>
        <p:txBody>
          <a:bodyPr lIns="45719" rIns="45719"/>
          <a:lstStyle/>
          <a:p>
            <a:endParaRPr/>
          </a:p>
        </p:txBody>
      </p:sp>
      <p:sp>
        <p:nvSpPr>
          <p:cNvPr id="63" name="Freeform 8"/>
          <p:cNvSpPr/>
          <p:nvPr/>
        </p:nvSpPr>
        <p:spPr>
          <a:xfrm>
            <a:off x="6713432" y="3569060"/>
            <a:ext cx="624144" cy="751658"/>
          </a:xfrm>
          <a:custGeom>
            <a:avLst/>
            <a:gdLst/>
            <a:ahLst/>
            <a:cxnLst>
              <a:cxn ang="0">
                <a:pos x="wd2" y="hd2"/>
              </a:cxn>
              <a:cxn ang="5400000">
                <a:pos x="wd2" y="hd2"/>
              </a:cxn>
              <a:cxn ang="10800000">
                <a:pos x="wd2" y="hd2"/>
              </a:cxn>
              <a:cxn ang="16200000">
                <a:pos x="wd2" y="hd2"/>
              </a:cxn>
            </a:cxnLst>
            <a:rect l="0" t="0" r="r" b="b"/>
            <a:pathLst>
              <a:path w="21600" h="21600" extrusionOk="0">
                <a:moveTo>
                  <a:pt x="4629" y="9072"/>
                </a:moveTo>
                <a:cubicBezTo>
                  <a:pt x="4629" y="5616"/>
                  <a:pt x="6686" y="3024"/>
                  <a:pt x="10800" y="3024"/>
                </a:cubicBezTo>
                <a:cubicBezTo>
                  <a:pt x="14914" y="3024"/>
                  <a:pt x="16971" y="5616"/>
                  <a:pt x="16971" y="9072"/>
                </a:cubicBezTo>
                <a:lnTo>
                  <a:pt x="4629" y="9072"/>
                </a:lnTo>
                <a:close/>
                <a:moveTo>
                  <a:pt x="21600" y="11664"/>
                </a:moveTo>
                <a:cubicBezTo>
                  <a:pt x="21600" y="9504"/>
                  <a:pt x="21600" y="9504"/>
                  <a:pt x="21600" y="9504"/>
                </a:cubicBezTo>
                <a:cubicBezTo>
                  <a:pt x="21600" y="3888"/>
                  <a:pt x="18000" y="0"/>
                  <a:pt x="10800" y="0"/>
                </a:cubicBezTo>
                <a:cubicBezTo>
                  <a:pt x="3600" y="0"/>
                  <a:pt x="0" y="5184"/>
                  <a:pt x="0" y="10800"/>
                </a:cubicBezTo>
                <a:cubicBezTo>
                  <a:pt x="0" y="16848"/>
                  <a:pt x="3086" y="21600"/>
                  <a:pt x="10800" y="21600"/>
                </a:cubicBezTo>
                <a:cubicBezTo>
                  <a:pt x="16457" y="21600"/>
                  <a:pt x="20571" y="19008"/>
                  <a:pt x="21086" y="14688"/>
                </a:cubicBezTo>
                <a:cubicBezTo>
                  <a:pt x="16457" y="14688"/>
                  <a:pt x="16457" y="14688"/>
                  <a:pt x="16457" y="14688"/>
                </a:cubicBezTo>
                <a:cubicBezTo>
                  <a:pt x="15943" y="17712"/>
                  <a:pt x="14400" y="18576"/>
                  <a:pt x="10800" y="18576"/>
                </a:cubicBezTo>
                <a:cubicBezTo>
                  <a:pt x="6171" y="18576"/>
                  <a:pt x="4629" y="15120"/>
                  <a:pt x="4629" y="11664"/>
                </a:cubicBezTo>
                <a:lnTo>
                  <a:pt x="21600" y="11664"/>
                </a:lnTo>
                <a:close/>
              </a:path>
            </a:pathLst>
          </a:custGeom>
          <a:solidFill>
            <a:srgbClr val="000000"/>
          </a:solidFill>
          <a:ln w="12700">
            <a:miter lim="400000"/>
          </a:ln>
        </p:spPr>
        <p:txBody>
          <a:bodyPr lIns="45719" rIns="45719"/>
          <a:lstStyle/>
          <a:p>
            <a:endParaRPr/>
          </a:p>
        </p:txBody>
      </p:sp>
      <p:sp>
        <p:nvSpPr>
          <p:cNvPr id="64" name="Rectangle 9"/>
          <p:cNvSpPr/>
          <p:nvPr/>
        </p:nvSpPr>
        <p:spPr>
          <a:xfrm>
            <a:off x="7500883" y="3282713"/>
            <a:ext cx="118566" cy="1008922"/>
          </a:xfrm>
          <a:prstGeom prst="rect">
            <a:avLst/>
          </a:prstGeom>
          <a:solidFill>
            <a:srgbClr val="000000"/>
          </a:solidFill>
          <a:ln w="12700">
            <a:miter lim="400000"/>
          </a:ln>
        </p:spPr>
        <p:txBody>
          <a:bodyPr lIns="45719" rIns="45719"/>
          <a:lstStyle/>
          <a:p>
            <a:endParaRPr/>
          </a:p>
        </p:txBody>
      </p:sp>
      <p:sp>
        <p:nvSpPr>
          <p:cNvPr id="65" name="Freeform 10"/>
          <p:cNvSpPr/>
          <p:nvPr/>
        </p:nvSpPr>
        <p:spPr>
          <a:xfrm>
            <a:off x="7767094" y="3269291"/>
            <a:ext cx="447416" cy="1022344"/>
          </a:xfrm>
          <a:custGeom>
            <a:avLst/>
            <a:gdLst/>
            <a:ahLst/>
            <a:cxnLst>
              <a:cxn ang="0">
                <a:pos x="wd2" y="hd2"/>
              </a:cxn>
              <a:cxn ang="5400000">
                <a:pos x="wd2" y="hd2"/>
              </a:cxn>
              <a:cxn ang="10800000">
                <a:pos x="wd2" y="hd2"/>
              </a:cxn>
              <a:cxn ang="16200000">
                <a:pos x="wd2" y="hd2"/>
              </a:cxn>
            </a:cxnLst>
            <a:rect l="0" t="0" r="r" b="b"/>
            <a:pathLst>
              <a:path w="21600" h="21600" extrusionOk="0">
                <a:moveTo>
                  <a:pt x="12960" y="21600"/>
                </a:moveTo>
                <a:cubicBezTo>
                  <a:pt x="12960" y="8894"/>
                  <a:pt x="12960" y="8894"/>
                  <a:pt x="12960" y="8894"/>
                </a:cubicBezTo>
                <a:cubicBezTo>
                  <a:pt x="20880" y="8894"/>
                  <a:pt x="20880" y="8894"/>
                  <a:pt x="20880" y="8894"/>
                </a:cubicBezTo>
                <a:cubicBezTo>
                  <a:pt x="20880" y="6988"/>
                  <a:pt x="20880" y="6988"/>
                  <a:pt x="20880" y="6988"/>
                </a:cubicBezTo>
                <a:cubicBezTo>
                  <a:pt x="12960" y="6988"/>
                  <a:pt x="12960" y="6988"/>
                  <a:pt x="12960" y="6988"/>
                </a:cubicBezTo>
                <a:cubicBezTo>
                  <a:pt x="12960" y="4447"/>
                  <a:pt x="12960" y="4447"/>
                  <a:pt x="12960" y="4447"/>
                </a:cubicBezTo>
                <a:cubicBezTo>
                  <a:pt x="12960" y="2859"/>
                  <a:pt x="15120" y="2541"/>
                  <a:pt x="18720" y="2541"/>
                </a:cubicBezTo>
                <a:cubicBezTo>
                  <a:pt x="19440" y="2541"/>
                  <a:pt x="20880" y="2541"/>
                  <a:pt x="21600" y="2541"/>
                </a:cubicBezTo>
                <a:cubicBezTo>
                  <a:pt x="21600" y="318"/>
                  <a:pt x="21600" y="318"/>
                  <a:pt x="21600" y="318"/>
                </a:cubicBezTo>
                <a:cubicBezTo>
                  <a:pt x="20160" y="0"/>
                  <a:pt x="18720" y="0"/>
                  <a:pt x="17280" y="0"/>
                </a:cubicBezTo>
                <a:cubicBezTo>
                  <a:pt x="10800" y="0"/>
                  <a:pt x="6480" y="1271"/>
                  <a:pt x="6480" y="4129"/>
                </a:cubicBezTo>
                <a:cubicBezTo>
                  <a:pt x="6480" y="6988"/>
                  <a:pt x="6480" y="6988"/>
                  <a:pt x="6480" y="6988"/>
                </a:cubicBezTo>
                <a:cubicBezTo>
                  <a:pt x="0" y="6988"/>
                  <a:pt x="0" y="6988"/>
                  <a:pt x="0" y="6988"/>
                </a:cubicBezTo>
                <a:cubicBezTo>
                  <a:pt x="0" y="8894"/>
                  <a:pt x="0" y="8894"/>
                  <a:pt x="0" y="8894"/>
                </a:cubicBezTo>
                <a:cubicBezTo>
                  <a:pt x="6480" y="8894"/>
                  <a:pt x="6480" y="8894"/>
                  <a:pt x="6480" y="8894"/>
                </a:cubicBezTo>
                <a:cubicBezTo>
                  <a:pt x="6480" y="21600"/>
                  <a:pt x="6480" y="21600"/>
                  <a:pt x="6480" y="21600"/>
                </a:cubicBezTo>
                <a:lnTo>
                  <a:pt x="12960" y="21600"/>
                </a:lnTo>
                <a:close/>
              </a:path>
            </a:pathLst>
          </a:custGeom>
          <a:solidFill>
            <a:srgbClr val="000000"/>
          </a:solidFill>
          <a:ln w="12700">
            <a:miter lim="400000"/>
          </a:ln>
        </p:spPr>
        <p:txBody>
          <a:bodyPr lIns="45719" rIns="45719"/>
          <a:lstStyle/>
          <a:p>
            <a:endParaRPr/>
          </a:p>
        </p:txBody>
      </p:sp>
      <p:sp>
        <p:nvSpPr>
          <p:cNvPr id="66" name="Freeform 11"/>
          <p:cNvSpPr/>
          <p:nvPr/>
        </p:nvSpPr>
        <p:spPr>
          <a:xfrm>
            <a:off x="8272673" y="3403515"/>
            <a:ext cx="400437" cy="917202"/>
          </a:xfrm>
          <a:custGeom>
            <a:avLst/>
            <a:gdLst/>
            <a:ahLst/>
            <a:cxnLst>
              <a:cxn ang="0">
                <a:pos x="wd2" y="hd2"/>
              </a:cxn>
              <a:cxn ang="5400000">
                <a:pos x="wd2" y="hd2"/>
              </a:cxn>
              <a:cxn ang="10800000">
                <a:pos x="wd2" y="hd2"/>
              </a:cxn>
              <a:cxn ang="16200000">
                <a:pos x="wd2" y="hd2"/>
              </a:cxn>
            </a:cxnLst>
            <a:rect l="0" t="0" r="r" b="b"/>
            <a:pathLst>
              <a:path w="21600" h="21600" extrusionOk="0">
                <a:moveTo>
                  <a:pt x="0" y="4603"/>
                </a:moveTo>
                <a:cubicBezTo>
                  <a:pt x="0" y="6728"/>
                  <a:pt x="0" y="6728"/>
                  <a:pt x="0" y="6728"/>
                </a:cubicBezTo>
                <a:cubicBezTo>
                  <a:pt x="6400" y="6728"/>
                  <a:pt x="6400" y="6728"/>
                  <a:pt x="6400" y="6728"/>
                </a:cubicBezTo>
                <a:cubicBezTo>
                  <a:pt x="6400" y="17351"/>
                  <a:pt x="6400" y="17351"/>
                  <a:pt x="6400" y="17351"/>
                </a:cubicBezTo>
                <a:cubicBezTo>
                  <a:pt x="6400" y="19475"/>
                  <a:pt x="6400" y="21600"/>
                  <a:pt x="16800" y="21600"/>
                </a:cubicBezTo>
                <a:cubicBezTo>
                  <a:pt x="18400" y="21600"/>
                  <a:pt x="20000" y="21246"/>
                  <a:pt x="21600" y="21246"/>
                </a:cubicBezTo>
                <a:cubicBezTo>
                  <a:pt x="21600" y="18767"/>
                  <a:pt x="21600" y="18767"/>
                  <a:pt x="21600" y="18767"/>
                </a:cubicBezTo>
                <a:cubicBezTo>
                  <a:pt x="20800" y="19121"/>
                  <a:pt x="19200" y="19121"/>
                  <a:pt x="17600" y="19121"/>
                </a:cubicBezTo>
                <a:cubicBezTo>
                  <a:pt x="15200" y="19121"/>
                  <a:pt x="13600" y="18413"/>
                  <a:pt x="13600" y="17351"/>
                </a:cubicBezTo>
                <a:cubicBezTo>
                  <a:pt x="13600" y="6728"/>
                  <a:pt x="13600" y="6728"/>
                  <a:pt x="13600" y="6728"/>
                </a:cubicBezTo>
                <a:cubicBezTo>
                  <a:pt x="21600" y="6728"/>
                  <a:pt x="21600" y="6728"/>
                  <a:pt x="21600" y="6728"/>
                </a:cubicBezTo>
                <a:cubicBezTo>
                  <a:pt x="21600" y="4603"/>
                  <a:pt x="21600" y="4603"/>
                  <a:pt x="21600" y="4603"/>
                </a:cubicBezTo>
                <a:cubicBezTo>
                  <a:pt x="13600" y="4603"/>
                  <a:pt x="13600" y="4603"/>
                  <a:pt x="13600" y="4603"/>
                </a:cubicBezTo>
                <a:cubicBezTo>
                  <a:pt x="13600" y="0"/>
                  <a:pt x="13600" y="0"/>
                  <a:pt x="13600" y="0"/>
                </a:cubicBezTo>
                <a:cubicBezTo>
                  <a:pt x="6400" y="1062"/>
                  <a:pt x="6400" y="1062"/>
                  <a:pt x="6400" y="1062"/>
                </a:cubicBezTo>
                <a:cubicBezTo>
                  <a:pt x="6400" y="4603"/>
                  <a:pt x="6400" y="4603"/>
                  <a:pt x="6400" y="4603"/>
                </a:cubicBezTo>
                <a:lnTo>
                  <a:pt x="0" y="4603"/>
                </a:lnTo>
                <a:close/>
              </a:path>
            </a:pathLst>
          </a:custGeom>
          <a:solidFill>
            <a:srgbClr val="000000"/>
          </a:solidFill>
          <a:ln w="12700">
            <a:miter lim="400000"/>
          </a:ln>
        </p:spPr>
        <p:txBody>
          <a:bodyPr lIns="45719" rIns="45719"/>
          <a:lstStyle/>
          <a:p>
            <a:endParaRPr/>
          </a:p>
        </p:txBody>
      </p:sp>
      <p:sp>
        <p:nvSpPr>
          <p:cNvPr id="67" name="Freeform 12"/>
          <p:cNvSpPr/>
          <p:nvPr/>
        </p:nvSpPr>
        <p:spPr>
          <a:xfrm>
            <a:off x="5776098" y="3282713"/>
            <a:ext cx="803111" cy="100892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cubicBezTo>
                  <a:pt x="9200" y="21600"/>
                  <a:pt x="9200" y="21600"/>
                  <a:pt x="9200" y="21600"/>
                </a:cubicBezTo>
                <a:cubicBezTo>
                  <a:pt x="20400" y="21600"/>
                  <a:pt x="21600" y="13863"/>
                  <a:pt x="21600" y="10961"/>
                </a:cubicBezTo>
                <a:cubicBezTo>
                  <a:pt x="21600" y="8060"/>
                  <a:pt x="20400" y="0"/>
                  <a:pt x="9200" y="0"/>
                </a:cubicBezTo>
                <a:cubicBezTo>
                  <a:pt x="0" y="0"/>
                  <a:pt x="0" y="0"/>
                  <a:pt x="0" y="0"/>
                </a:cubicBezTo>
                <a:lnTo>
                  <a:pt x="0" y="21600"/>
                </a:lnTo>
                <a:close/>
                <a:moveTo>
                  <a:pt x="3600" y="2579"/>
                </a:moveTo>
                <a:cubicBezTo>
                  <a:pt x="9200" y="2579"/>
                  <a:pt x="9200" y="2579"/>
                  <a:pt x="9200" y="2579"/>
                </a:cubicBezTo>
                <a:cubicBezTo>
                  <a:pt x="15200" y="2579"/>
                  <a:pt x="18000" y="6448"/>
                  <a:pt x="18000" y="10961"/>
                </a:cubicBezTo>
                <a:cubicBezTo>
                  <a:pt x="18000" y="15475"/>
                  <a:pt x="15200" y="19021"/>
                  <a:pt x="9200" y="19021"/>
                </a:cubicBezTo>
                <a:cubicBezTo>
                  <a:pt x="3600" y="19021"/>
                  <a:pt x="3600" y="19021"/>
                  <a:pt x="3600" y="19021"/>
                </a:cubicBezTo>
                <a:lnTo>
                  <a:pt x="3600" y="2579"/>
                </a:lnTo>
                <a:close/>
              </a:path>
            </a:pathLst>
          </a:custGeom>
          <a:solidFill>
            <a:srgbClr val="000000"/>
          </a:solidFill>
          <a:ln w="12700">
            <a:miter lim="400000"/>
          </a:ln>
        </p:spPr>
        <p:txBody>
          <a:bodyPr lIns="45719" rIns="45719"/>
          <a:lstStyle/>
          <a:p>
            <a:endParaRPr/>
          </a:p>
        </p:txBody>
      </p:sp>
      <p:sp>
        <p:nvSpPr>
          <p:cNvPr id="68" name="Title Text"/>
          <p:cNvSpPr txBox="1">
            <a:spLocks noGrp="1"/>
          </p:cNvSpPr>
          <p:nvPr>
            <p:ph type="title"/>
          </p:nvPr>
        </p:nvSpPr>
        <p:spPr>
          <a:xfrm>
            <a:off x="609600" y="274637"/>
            <a:ext cx="10972800" cy="132556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rPr dirty="0"/>
              <a:t>Title Text</a:t>
            </a:r>
          </a:p>
        </p:txBody>
      </p:sp>
      <p:sp>
        <p:nvSpPr>
          <p:cNvPr id="69"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endParaRPr dirty="0"/>
          </a:p>
        </p:txBody>
      </p:sp>
      <p:sp>
        <p:nvSpPr>
          <p:cNvPr id="70" name="Slide Number"/>
          <p:cNvSpPr txBox="1">
            <a:spLocks noGrp="1"/>
          </p:cNvSpPr>
          <p:nvPr>
            <p:ph type="sldNum" sz="quarter" idx="2"/>
          </p:nvPr>
        </p:nvSpPr>
        <p:spPr>
          <a:xfrm>
            <a:off x="5892800" y="6172200"/>
            <a:ext cx="2844800" cy="368301"/>
          </a:xfrm>
          <a:prstGeom prst="rect">
            <a:avLst/>
          </a:prstGeom>
          <a:ln w="12700">
            <a:miter lim="400000"/>
          </a:ln>
        </p:spPr>
        <p:txBody>
          <a:bodyPr wrap="none" lIns="0" tIns="0" rIns="0" bIns="0" anchor="ctr">
            <a:spAutoFit/>
          </a:bodyPr>
          <a:lstStyle>
            <a:lvl1pPr algn="r">
              <a:defRPr sz="1200">
                <a:solidFill>
                  <a:srgbClr val="A6A6A6"/>
                </a:solidFill>
              </a:defRPr>
            </a:lvl1pPr>
          </a:lstStyle>
          <a:p>
            <a:fld id="{FAC19962-6D7C-4628-A2A3-B00658EE5862}" type="slidenum">
              <a:rPr lang="en-US" smtClean="0"/>
              <a:t>‹#›</a:t>
            </a:fld>
            <a:endParaRPr lang="en-US"/>
          </a:p>
        </p:txBody>
      </p:sp>
      <p:grpSp>
        <p:nvGrpSpPr>
          <p:cNvPr id="2" name="Group 1">
            <a:extLst>
              <a:ext uri="{FF2B5EF4-FFF2-40B4-BE49-F238E27FC236}">
                <a16:creationId xmlns:a16="http://schemas.microsoft.com/office/drawing/2014/main" id="{761A80FD-2CA8-17DE-01B0-6834BDEB2B59}"/>
              </a:ext>
            </a:extLst>
          </p:cNvPr>
          <p:cNvGrpSpPr/>
          <p:nvPr/>
        </p:nvGrpSpPr>
        <p:grpSpPr>
          <a:xfrm>
            <a:off x="2982510" y="-1286712"/>
            <a:ext cx="6858001" cy="592943"/>
            <a:chOff x="2982510" y="-1286712"/>
            <a:chExt cx="6858001" cy="592943"/>
          </a:xfrm>
        </p:grpSpPr>
        <p:sp>
          <p:nvSpPr>
            <p:cNvPr id="3" name="Rechthoek 36">
              <a:extLst>
                <a:ext uri="{FF2B5EF4-FFF2-40B4-BE49-F238E27FC236}">
                  <a16:creationId xmlns:a16="http://schemas.microsoft.com/office/drawing/2014/main" id="{6E531BAD-BA54-79AF-6F09-ECD85125907A}"/>
                </a:ext>
              </a:extLst>
            </p:cNvPr>
            <p:cNvSpPr/>
            <p:nvPr/>
          </p:nvSpPr>
          <p:spPr>
            <a:xfrm rot="16200000">
              <a:off x="6254550" y="-4279730"/>
              <a:ext cx="313921" cy="6858001"/>
            </a:xfrm>
            <a:prstGeom prst="rect">
              <a:avLst/>
            </a:prstGeom>
            <a:solidFill>
              <a:srgbClr val="00A6D6"/>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dirty="0"/>
            </a:p>
          </p:txBody>
        </p:sp>
        <p:grpSp>
          <p:nvGrpSpPr>
            <p:cNvPr id="4" name="Groep 8">
              <a:extLst>
                <a:ext uri="{FF2B5EF4-FFF2-40B4-BE49-F238E27FC236}">
                  <a16:creationId xmlns:a16="http://schemas.microsoft.com/office/drawing/2014/main" id="{33E21D9E-B033-D6A4-2D4E-E7C3BC29BE32}"/>
                </a:ext>
              </a:extLst>
            </p:cNvPr>
            <p:cNvGrpSpPr/>
            <p:nvPr/>
          </p:nvGrpSpPr>
          <p:grpSpPr>
            <a:xfrm>
              <a:off x="2982511" y="-1286711"/>
              <a:ext cx="6226976" cy="211382"/>
              <a:chOff x="0" y="0"/>
              <a:chExt cx="6226974" cy="211380"/>
            </a:xfrm>
          </p:grpSpPr>
          <p:sp>
            <p:nvSpPr>
              <p:cNvPr id="6" name="Rechthoek 6">
                <a:extLst>
                  <a:ext uri="{FF2B5EF4-FFF2-40B4-BE49-F238E27FC236}">
                    <a16:creationId xmlns:a16="http://schemas.microsoft.com/office/drawing/2014/main" id="{DA896D7E-3E7D-EA59-E08E-7F161441EE28}"/>
                  </a:ext>
                </a:extLst>
              </p:cNvPr>
              <p:cNvSpPr/>
              <p:nvPr/>
            </p:nvSpPr>
            <p:spPr>
              <a:xfrm rot="16200000">
                <a:off x="168192" y="-168191"/>
                <a:ext cx="211380" cy="547765"/>
              </a:xfrm>
              <a:prstGeom prst="rect">
                <a:avLst/>
              </a:prstGeom>
              <a:solidFill>
                <a:srgbClr val="0C234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7" name="Rechthoek 29">
                <a:extLst>
                  <a:ext uri="{FF2B5EF4-FFF2-40B4-BE49-F238E27FC236}">
                    <a16:creationId xmlns:a16="http://schemas.microsoft.com/office/drawing/2014/main" id="{27E43984-F384-F21F-8469-814149357BE3}"/>
                  </a:ext>
                </a:extLst>
              </p:cNvPr>
              <p:cNvSpPr/>
              <p:nvPr/>
            </p:nvSpPr>
            <p:spPr>
              <a:xfrm rot="16200000">
                <a:off x="799215" y="-168191"/>
                <a:ext cx="211380" cy="547765"/>
              </a:xfrm>
              <a:prstGeom prst="rect">
                <a:avLst/>
              </a:prstGeom>
              <a:solidFill>
                <a:srgbClr val="00B8C8"/>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 name="Rechthoek 30">
                <a:extLst>
                  <a:ext uri="{FF2B5EF4-FFF2-40B4-BE49-F238E27FC236}">
                    <a16:creationId xmlns:a16="http://schemas.microsoft.com/office/drawing/2014/main" id="{9B9CBF6C-D7DD-1FBA-8852-88B5A45D4E85}"/>
                  </a:ext>
                </a:extLst>
              </p:cNvPr>
              <p:cNvSpPr/>
              <p:nvPr/>
            </p:nvSpPr>
            <p:spPr>
              <a:xfrm rot="16200000">
                <a:off x="1430239" y="-168191"/>
                <a:ext cx="211380" cy="547765"/>
              </a:xfrm>
              <a:prstGeom prst="rect">
                <a:avLst/>
              </a:prstGeom>
              <a:solidFill>
                <a:srgbClr val="0076C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 name="Rechthoek 31">
                <a:extLst>
                  <a:ext uri="{FF2B5EF4-FFF2-40B4-BE49-F238E27FC236}">
                    <a16:creationId xmlns:a16="http://schemas.microsoft.com/office/drawing/2014/main" id="{95ED7A00-2015-D1DF-BDC2-BA453CBE00A3}"/>
                  </a:ext>
                </a:extLst>
              </p:cNvPr>
              <p:cNvSpPr/>
              <p:nvPr/>
            </p:nvSpPr>
            <p:spPr>
              <a:xfrm rot="16200000">
                <a:off x="2061263" y="-168191"/>
                <a:ext cx="211380" cy="547765"/>
              </a:xfrm>
              <a:prstGeom prst="rect">
                <a:avLst/>
              </a:prstGeom>
              <a:solidFill>
                <a:srgbClr val="6F1D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0" name="Rechthoek 32">
                <a:extLst>
                  <a:ext uri="{FF2B5EF4-FFF2-40B4-BE49-F238E27FC236}">
                    <a16:creationId xmlns:a16="http://schemas.microsoft.com/office/drawing/2014/main" id="{A72B6209-AB0F-2555-7997-A009584D9170}"/>
                  </a:ext>
                </a:extLst>
              </p:cNvPr>
              <p:cNvSpPr/>
              <p:nvPr/>
            </p:nvSpPr>
            <p:spPr>
              <a:xfrm rot="16200000">
                <a:off x="2692286" y="-168191"/>
                <a:ext cx="211380" cy="547765"/>
              </a:xfrm>
              <a:prstGeom prst="rect">
                <a:avLst/>
              </a:prstGeom>
              <a:solidFill>
                <a:srgbClr val="EF60A3"/>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1" name="Rechthoek 33">
                <a:extLst>
                  <a:ext uri="{FF2B5EF4-FFF2-40B4-BE49-F238E27FC236}">
                    <a16:creationId xmlns:a16="http://schemas.microsoft.com/office/drawing/2014/main" id="{A3F1C66E-0988-F08B-6891-5B3CEE7B4D23}"/>
                  </a:ext>
                </a:extLst>
              </p:cNvPr>
              <p:cNvSpPr/>
              <p:nvPr/>
            </p:nvSpPr>
            <p:spPr>
              <a:xfrm rot="16200000">
                <a:off x="3323310" y="-168191"/>
                <a:ext cx="211380" cy="547765"/>
              </a:xfrm>
              <a:prstGeom prst="rect">
                <a:avLst/>
              </a:prstGeom>
              <a:solidFill>
                <a:srgbClr val="A50034"/>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2" name="Rechthoek 34">
                <a:extLst>
                  <a:ext uri="{FF2B5EF4-FFF2-40B4-BE49-F238E27FC236}">
                    <a16:creationId xmlns:a16="http://schemas.microsoft.com/office/drawing/2014/main" id="{CECB7149-7397-4F1A-9988-31CC388F30A3}"/>
                  </a:ext>
                </a:extLst>
              </p:cNvPr>
              <p:cNvSpPr/>
              <p:nvPr/>
            </p:nvSpPr>
            <p:spPr>
              <a:xfrm rot="16200000">
                <a:off x="3954334" y="-168191"/>
                <a:ext cx="211380" cy="547765"/>
              </a:xfrm>
              <a:prstGeom prst="rect">
                <a:avLst/>
              </a:prstGeom>
              <a:solidFill>
                <a:srgbClr val="E03C31"/>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3" name="Rechthoek 37">
                <a:extLst>
                  <a:ext uri="{FF2B5EF4-FFF2-40B4-BE49-F238E27FC236}">
                    <a16:creationId xmlns:a16="http://schemas.microsoft.com/office/drawing/2014/main" id="{12E5B67E-9451-EB66-CA14-C55DA04B2979}"/>
                  </a:ext>
                </a:extLst>
              </p:cNvPr>
              <p:cNvSpPr/>
              <p:nvPr/>
            </p:nvSpPr>
            <p:spPr>
              <a:xfrm rot="16200000">
                <a:off x="4585357" y="-168192"/>
                <a:ext cx="211380" cy="547765"/>
              </a:xfrm>
              <a:prstGeom prst="rect">
                <a:avLst/>
              </a:prstGeom>
              <a:solidFill>
                <a:srgbClr val="ED6842"/>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4" name="Rechthoek 38">
                <a:extLst>
                  <a:ext uri="{FF2B5EF4-FFF2-40B4-BE49-F238E27FC236}">
                    <a16:creationId xmlns:a16="http://schemas.microsoft.com/office/drawing/2014/main" id="{D53BE5A4-4F6E-F73A-9845-474C05C13CDA}"/>
                  </a:ext>
                </a:extLst>
              </p:cNvPr>
              <p:cNvSpPr/>
              <p:nvPr/>
            </p:nvSpPr>
            <p:spPr>
              <a:xfrm rot="16200000">
                <a:off x="5216380" y="-168192"/>
                <a:ext cx="211380" cy="547764"/>
              </a:xfrm>
              <a:prstGeom prst="rect">
                <a:avLst/>
              </a:prstGeom>
              <a:solidFill>
                <a:srgbClr val="FFB81C"/>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15" name="Rechthoek 39">
                <a:extLst>
                  <a:ext uri="{FF2B5EF4-FFF2-40B4-BE49-F238E27FC236}">
                    <a16:creationId xmlns:a16="http://schemas.microsoft.com/office/drawing/2014/main" id="{93657350-B9B4-CCAE-FD7B-7396D49059F9}"/>
                  </a:ext>
                </a:extLst>
              </p:cNvPr>
              <p:cNvSpPr/>
              <p:nvPr/>
            </p:nvSpPr>
            <p:spPr>
              <a:xfrm rot="16200000">
                <a:off x="5847403" y="-168193"/>
                <a:ext cx="211380" cy="547765"/>
              </a:xfrm>
              <a:prstGeom prst="rect">
                <a:avLst/>
              </a:prstGeom>
              <a:solidFill>
                <a:srgbClr val="6CC24A"/>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
          <p:nvSpPr>
            <p:cNvPr id="5" name="Rechthoek 39">
              <a:extLst>
                <a:ext uri="{FF2B5EF4-FFF2-40B4-BE49-F238E27FC236}">
                  <a16:creationId xmlns:a16="http://schemas.microsoft.com/office/drawing/2014/main" id="{B25C5D61-CA3C-BBBC-335F-C9BEC78AA089}"/>
                </a:ext>
              </a:extLst>
            </p:cNvPr>
            <p:cNvSpPr/>
            <p:nvPr/>
          </p:nvSpPr>
          <p:spPr>
            <a:xfrm rot="16200000">
              <a:off x="9460936" y="-1454904"/>
              <a:ext cx="211382" cy="547765"/>
            </a:xfrm>
            <a:prstGeom prst="rect">
              <a:avLst/>
            </a:prstGeom>
            <a:solidFill>
              <a:srgbClr val="009B7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spTree>
    <p:extLst>
      <p:ext uri="{BB962C8B-B14F-4D97-AF65-F5344CB8AC3E}">
        <p14:creationId xmlns:p14="http://schemas.microsoft.com/office/powerpoint/2010/main" val="3650586415"/>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 id="2147483701" r:id="rId14"/>
    <p:sldLayoutId id="2147483702" r:id="rId15"/>
    <p:sldLayoutId id="2147483703" r:id="rId16"/>
    <p:sldLayoutId id="2147483704" r:id="rId17"/>
    <p:sldLayoutId id="2147483705" r:id="rId18"/>
  </p:sldLayoutIdLst>
  <p:transition spd="med"/>
  <p:txStyles>
    <p:titleStyle>
      <a:lvl1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1pPr>
      <a:lvl2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2pPr>
      <a:lvl3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3pPr>
      <a:lvl4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4pPr>
      <a:lvl5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5pPr>
      <a:lvl6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6pPr>
      <a:lvl7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7pPr>
      <a:lvl8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8pPr>
      <a:lvl9pPr marL="0" marR="0" indent="0" algn="l" defTabSz="914400" rtl="0" eaLnBrk="1" latinLnBrk="0" hangingPunct="1">
        <a:lnSpc>
          <a:spcPct val="90000"/>
        </a:lnSpc>
        <a:spcBef>
          <a:spcPts val="0"/>
        </a:spcBef>
        <a:spcAft>
          <a:spcPts val="0"/>
        </a:spcAft>
        <a:buClrTx/>
        <a:buSzTx/>
        <a:buFontTx/>
        <a:buNone/>
        <a:tabLst>
          <a:tab pos="1244600" algn="l"/>
        </a:tabLst>
        <a:defRPr sz="3200" b="0" i="0" u="none" strike="noStrike" cap="none" spc="0" baseline="0">
          <a:solidFill>
            <a:schemeClr val="accent1"/>
          </a:solidFill>
          <a:uFillTx/>
          <a:latin typeface="Roboto Slab Regular Regular"/>
          <a:ea typeface="Roboto Slab Regular Regular"/>
          <a:cs typeface="Roboto Slab Regular Regular"/>
          <a:sym typeface="Roboto Slab Regular Regular"/>
        </a:defRPr>
      </a:lvl9pPr>
    </p:titleStyle>
    <p:bodyStyle>
      <a:lvl1pPr marL="263525" marR="0" indent="-2635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1pPr>
      <a:lvl2pPr marL="538162" marR="0" indent="-274638"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2pPr>
      <a:lvl3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3pPr>
      <a:lvl4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4pPr>
      <a:lvl5pPr marL="263525" marR="0" indent="-263525" algn="l" defTabSz="719137" rtl="0" eaLnBrk="1" latinLnBrk="0" hangingPunct="1">
        <a:lnSpc>
          <a:spcPct val="90000"/>
        </a:lnSpc>
        <a:spcBef>
          <a:spcPts val="1200"/>
        </a:spcBef>
        <a:spcAft>
          <a:spcPts val="0"/>
        </a:spcAft>
        <a:buClr>
          <a:schemeClr val="accent1"/>
        </a:buClr>
        <a:buSzPct val="100000"/>
        <a:buFont typeface="Wingdings"/>
        <a:buAutoNum type="arabicPeriod"/>
        <a:tabLst/>
        <a:defRPr sz="1600" b="0" i="0" u="none" strike="noStrike" cap="none" spc="0" baseline="0">
          <a:solidFill>
            <a:srgbClr val="000000"/>
          </a:solidFill>
          <a:uFillTx/>
          <a:latin typeface="Arial"/>
          <a:ea typeface="Arial"/>
          <a:cs typeface="Arial"/>
          <a:sym typeface="Arial"/>
        </a:defRPr>
      </a:lvl5pPr>
      <a:lvl6pPr marL="538162" marR="0" indent="-276225" algn="l" defTabSz="719137" rtl="0" eaLnBrk="1" latinLnBrk="0" hangingPunct="1">
        <a:lnSpc>
          <a:spcPct val="90000"/>
        </a:lnSpc>
        <a:spcBef>
          <a:spcPts val="1200"/>
        </a:spcBef>
        <a:spcAft>
          <a:spcPts val="0"/>
        </a:spcAft>
        <a:buClr>
          <a:schemeClr val="accent1"/>
        </a:buClr>
        <a:buSzPct val="100000"/>
        <a:buFont typeface="Wingdings"/>
        <a:buAutoNum type="alphaLcPeriod"/>
        <a:tabLst/>
        <a:defRPr sz="1600" b="0" i="0" u="none" strike="noStrike" cap="none" spc="0" baseline="0">
          <a:solidFill>
            <a:srgbClr val="000000"/>
          </a:solidFill>
          <a:uFillTx/>
          <a:latin typeface="Arial"/>
          <a:ea typeface="Arial"/>
          <a:cs typeface="Arial"/>
          <a:sym typeface="Arial"/>
        </a:defRPr>
      </a:lvl6pPr>
      <a:lvl7pPr marL="538162" marR="0" indent="-276225" algn="l" defTabSz="719137" rtl="0" eaLnBrk="1" latinLnBrk="0" hangingPunct="1">
        <a:lnSpc>
          <a:spcPct val="90000"/>
        </a:lnSpc>
        <a:spcBef>
          <a:spcPts val="1200"/>
        </a:spcBef>
        <a:spcAft>
          <a:spcPts val="0"/>
        </a:spcAft>
        <a:buClr>
          <a:schemeClr val="accent1"/>
        </a:buClr>
        <a:buSzPct val="100000"/>
        <a:buFontTx/>
        <a:buChar char="▪"/>
        <a:tabLst/>
        <a:defRPr sz="1600" b="0" i="0" u="none" strike="noStrike" cap="none" spc="0" baseline="0">
          <a:solidFill>
            <a:srgbClr val="000000"/>
          </a:solidFill>
          <a:uFillTx/>
          <a:latin typeface="Arial"/>
          <a:ea typeface="Arial"/>
          <a:cs typeface="Arial"/>
          <a:sym typeface="Arial"/>
        </a:defRPr>
      </a:lvl7pPr>
      <a:lvl8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8pPr>
      <a:lvl9pPr marL="0" marR="0" indent="0" algn="l" defTabSz="719137" rtl="0" eaLnBrk="1" latinLnBrk="0" hangingPunct="1">
        <a:lnSpc>
          <a:spcPct val="90000"/>
        </a:lnSpc>
        <a:spcBef>
          <a:spcPts val="1200"/>
        </a:spcBef>
        <a:spcAft>
          <a:spcPts val="0"/>
        </a:spcAft>
        <a:buClr>
          <a:schemeClr val="accent1"/>
        </a:buClr>
        <a:buSzTx/>
        <a:buFont typeface="Wingdings"/>
        <a:buNone/>
        <a:tabLst/>
        <a:defRPr sz="1600" b="0" i="0" u="none" strike="noStrike" cap="none" spc="0" baseline="0">
          <a:solidFill>
            <a:srgbClr val="000000"/>
          </a:solidFill>
          <a:uFillTx/>
          <a:latin typeface="Arial"/>
          <a:ea typeface="Arial"/>
          <a:cs typeface="Arial"/>
          <a:sym typeface="Arial"/>
        </a:defRPr>
      </a:lvl9pPr>
    </p:bodyStyle>
    <p:otherStyle>
      <a:lvl1pPr marL="0" marR="0" indent="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eaLnBrk="1" latinLnBrk="0" hangingPunct="1">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00.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31.png"/><Relationship Id="rId4" Type="http://schemas.openxmlformats.org/officeDocument/2006/relationships/image" Target="../media/image3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A6D6">
            <a:alpha val="4000"/>
          </a:srgbClr>
        </a:solidFill>
        <a:effectLst/>
      </p:bgPr>
    </p:bg>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1CA82060-33F3-641A-18E7-74979346DAEC}"/>
              </a:ext>
            </a:extLst>
          </p:cNvPr>
          <p:cNvSpPr>
            <a:spLocks noGrp="1"/>
          </p:cNvSpPr>
          <p:nvPr>
            <p:ph type="body" sz="quarter" idx="17"/>
          </p:nvPr>
        </p:nvSpPr>
        <p:spPr>
          <a:xfrm>
            <a:off x="0" y="0"/>
            <a:ext cx="12202751" cy="6858000"/>
          </a:xfrm>
          <a:solidFill>
            <a:schemeClr val="tx1"/>
          </a:solidFill>
        </p:spPr>
        <p:txBody>
          <a:bodyPr/>
          <a:lstStyle/>
          <a:p>
            <a:endParaRPr lang="en-US" dirty="0">
              <a:solidFill>
                <a:srgbClr val="6F1D77"/>
              </a:solidFill>
            </a:endParaRPr>
          </a:p>
        </p:txBody>
      </p:sp>
      <p:sp>
        <p:nvSpPr>
          <p:cNvPr id="2" name="Title 1">
            <a:extLst>
              <a:ext uri="{FF2B5EF4-FFF2-40B4-BE49-F238E27FC236}">
                <a16:creationId xmlns:a16="http://schemas.microsoft.com/office/drawing/2014/main" id="{ED2D2606-6FC7-097C-7267-A9B8CEEB58BD}"/>
              </a:ext>
            </a:extLst>
          </p:cNvPr>
          <p:cNvSpPr>
            <a:spLocks noGrp="1"/>
          </p:cNvSpPr>
          <p:nvPr>
            <p:ph type="title"/>
          </p:nvPr>
        </p:nvSpPr>
        <p:spPr>
          <a:xfrm>
            <a:off x="89214" y="-66675"/>
            <a:ext cx="12113537" cy="3983525"/>
          </a:xfrm>
        </p:spPr>
        <p:txBody>
          <a:bodyPr/>
          <a:lstStyle/>
          <a:p>
            <a:pPr algn="l"/>
            <a:r>
              <a:rPr lang="en-US" dirty="0"/>
              <a:t>Quantum-Enhanced Single-Molecule</a:t>
            </a:r>
            <a:br>
              <a:rPr lang="en-US" dirty="0"/>
            </a:br>
            <a:r>
              <a:rPr lang="en-US" dirty="0"/>
              <a:t>Localization Microscopy Using SPAD</a:t>
            </a:r>
            <a:br>
              <a:rPr lang="en-US" dirty="0"/>
            </a:br>
            <a:r>
              <a:rPr lang="en-US" dirty="0"/>
              <a:t>Arrays</a:t>
            </a:r>
            <a:br>
              <a:rPr lang="en-US" dirty="0"/>
            </a:br>
            <a:r>
              <a:rPr lang="en-US" sz="1800" dirty="0"/>
              <a:t>A Computational Pipeline for</a:t>
            </a:r>
            <a:br>
              <a:rPr lang="en-US" sz="1800" dirty="0"/>
            </a:br>
            <a:r>
              <a:rPr lang="en-US" sz="1800" dirty="0"/>
              <a:t>Super-Resolution Imaging at High Emitter</a:t>
            </a:r>
            <a:br>
              <a:rPr lang="en-US" sz="1800" dirty="0"/>
            </a:br>
            <a:r>
              <a:rPr lang="en-US" sz="1800" dirty="0"/>
              <a:t>Densities</a:t>
            </a:r>
            <a:endParaRPr lang="en-US" sz="1600" dirty="0"/>
          </a:p>
        </p:txBody>
      </p:sp>
      <p:sp>
        <p:nvSpPr>
          <p:cNvPr id="4" name="Content Placeholder 3">
            <a:extLst>
              <a:ext uri="{FF2B5EF4-FFF2-40B4-BE49-F238E27FC236}">
                <a16:creationId xmlns:a16="http://schemas.microsoft.com/office/drawing/2014/main" id="{DFCA4F10-4B1E-85B8-8625-676B8A7881F8}"/>
              </a:ext>
            </a:extLst>
          </p:cNvPr>
          <p:cNvSpPr>
            <a:spLocks noGrp="1"/>
          </p:cNvSpPr>
          <p:nvPr>
            <p:ph type="subTitle" idx="1"/>
          </p:nvPr>
        </p:nvSpPr>
        <p:spPr>
          <a:xfrm>
            <a:off x="5095052" y="6426811"/>
            <a:ext cx="6715382" cy="248472"/>
          </a:xfrm>
        </p:spPr>
        <p:txBody>
          <a:bodyPr/>
          <a:lstStyle/>
          <a:p>
            <a:r>
              <a:rPr lang="en-US" sz="2000" dirty="0"/>
              <a:t>Rens van Dam</a:t>
            </a:r>
          </a:p>
          <a:p>
            <a:endParaRPr lang="en-US" sz="2000" dirty="0"/>
          </a:p>
        </p:txBody>
      </p:sp>
      <p:pic>
        <p:nvPicPr>
          <p:cNvPr id="5" name="Picture 4" descr="A black and white logo&#10;&#10;AI-generated content may be incorrect.">
            <a:extLst>
              <a:ext uri="{FF2B5EF4-FFF2-40B4-BE49-F238E27FC236}">
                <a16:creationId xmlns:a16="http://schemas.microsoft.com/office/drawing/2014/main" id="{82C8D09F-CF8C-ADD9-6BED-2895B900FF5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2541" y="5581058"/>
            <a:ext cx="3232464" cy="1520879"/>
          </a:xfrm>
          <a:prstGeom prst="rect">
            <a:avLst/>
          </a:prstGeom>
        </p:spPr>
      </p:pic>
    </p:spTree>
    <p:extLst>
      <p:ext uri="{BB962C8B-B14F-4D97-AF65-F5344CB8AC3E}">
        <p14:creationId xmlns:p14="http://schemas.microsoft.com/office/powerpoint/2010/main" val="107822104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F068E-13EB-9087-0C35-9F79EDF85F23}"/>
              </a:ext>
            </a:extLst>
          </p:cNvPr>
          <p:cNvSpPr>
            <a:spLocks noGrp="1"/>
          </p:cNvSpPr>
          <p:nvPr>
            <p:ph type="title"/>
          </p:nvPr>
        </p:nvSpPr>
        <p:spPr/>
        <p:txBody>
          <a:bodyPr>
            <a:normAutofit/>
          </a:bodyPr>
          <a:lstStyle/>
          <a:p>
            <a:r>
              <a:rPr lang="nl-NL" dirty="0"/>
              <a:t>A limit to what we can see</a:t>
            </a:r>
            <a:endParaRPr lang="en-NL" dirty="0"/>
          </a:p>
        </p:txBody>
      </p:sp>
      <p:pic>
        <p:nvPicPr>
          <p:cNvPr id="4" name="Picture 3" descr="A diagram of different types of cells&#10;&#10;AI-generated content may be incorrect.">
            <a:extLst>
              <a:ext uri="{FF2B5EF4-FFF2-40B4-BE49-F238E27FC236}">
                <a16:creationId xmlns:a16="http://schemas.microsoft.com/office/drawing/2014/main" id="{8AA2F475-88AF-4581-4D5D-E1728FA45A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4082" y="1447800"/>
            <a:ext cx="8983905" cy="4327299"/>
          </a:xfrm>
          <a:prstGeom prst="rect">
            <a:avLst/>
          </a:prstGeom>
        </p:spPr>
      </p:pic>
      <p:cxnSp>
        <p:nvCxnSpPr>
          <p:cNvPr id="6" name="Straight Connector 5">
            <a:extLst>
              <a:ext uri="{FF2B5EF4-FFF2-40B4-BE49-F238E27FC236}">
                <a16:creationId xmlns:a16="http://schemas.microsoft.com/office/drawing/2014/main" id="{3EFFC740-833B-6EF5-8845-5B805BB52C34}"/>
              </a:ext>
            </a:extLst>
          </p:cNvPr>
          <p:cNvCxnSpPr>
            <a:cxnSpLocks/>
          </p:cNvCxnSpPr>
          <p:nvPr/>
        </p:nvCxnSpPr>
        <p:spPr>
          <a:xfrm>
            <a:off x="3653018" y="1666875"/>
            <a:ext cx="0" cy="2762250"/>
          </a:xfrm>
          <a:prstGeom prst="line">
            <a:avLst/>
          </a:prstGeom>
          <a:ln w="57150">
            <a:solidFill>
              <a:srgbClr val="FF0000"/>
            </a:solidFill>
          </a:ln>
        </p:spPr>
        <p:style>
          <a:lnRef idx="3">
            <a:schemeClr val="accent6"/>
          </a:lnRef>
          <a:fillRef idx="0">
            <a:schemeClr val="accent6"/>
          </a:fillRef>
          <a:effectRef idx="2">
            <a:schemeClr val="accent6"/>
          </a:effectRef>
          <a:fontRef idx="minor">
            <a:schemeClr val="tx1"/>
          </a:fontRef>
        </p:style>
      </p:cxnSp>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BB5CC627-9435-86D1-F7E3-547274DD6A0F}"/>
                  </a:ext>
                </a:extLst>
              </p:cNvPr>
              <p:cNvSpPr txBox="1"/>
              <p:nvPr/>
            </p:nvSpPr>
            <p:spPr>
              <a:xfrm>
                <a:off x="3058753" y="1389876"/>
                <a:ext cx="1188530"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14:m>
                  <m:oMathPara xmlns:m="http://schemas.openxmlformats.org/officeDocument/2006/math">
                    <m:oMathParaPr>
                      <m:jc m:val="centerGroup"/>
                    </m:oMathParaPr>
                    <m:oMath xmlns:m="http://schemas.openxmlformats.org/officeDocument/2006/math">
                      <m:r>
                        <a:rPr kumimoji="0" lang="nl-NL" sz="1800" b="0" i="1" u="none" strike="noStrike" cap="none" spc="0" normalizeH="0" baseline="0" smtClean="0">
                          <a:ln>
                            <a:noFill/>
                          </a:ln>
                          <a:solidFill>
                            <a:srgbClr val="000000"/>
                          </a:solidFill>
                          <a:effectLst/>
                          <a:uFillTx/>
                          <a:latin typeface="Cambria Math" panose="02040503050406030204" pitchFamily="18" charset="0"/>
                          <a:ea typeface="Arial"/>
                          <a:cs typeface="Arial"/>
                          <a:sym typeface="Arial"/>
                        </a:rPr>
                        <m:t>𝑑</m:t>
                      </m:r>
                      <m:r>
                        <a:rPr kumimoji="0" lang="nl-NL" sz="1800" b="0" i="1" u="none" strike="noStrike" cap="none" spc="0" normalizeH="0" baseline="0" smtClean="0">
                          <a:ln>
                            <a:noFill/>
                          </a:ln>
                          <a:solidFill>
                            <a:srgbClr val="000000"/>
                          </a:solidFill>
                          <a:effectLst/>
                          <a:uFillTx/>
                          <a:latin typeface="Cambria Math" panose="02040503050406030204" pitchFamily="18" charset="0"/>
                          <a:ea typeface="Arial"/>
                          <a:cs typeface="Arial"/>
                          <a:sym typeface="Arial"/>
                        </a:rPr>
                        <m:t>=</m:t>
                      </m:r>
                      <m:r>
                        <a:rPr kumimoji="0" lang="nl-NL" sz="1800" b="0" i="1" u="none" strike="noStrike" cap="none" spc="0" normalizeH="0" baseline="0" smtClean="0">
                          <a:ln>
                            <a:noFill/>
                          </a:ln>
                          <a:solidFill>
                            <a:srgbClr val="000000"/>
                          </a:solidFill>
                          <a:effectLst/>
                          <a:uFillTx/>
                          <a:latin typeface="Cambria Math" panose="02040503050406030204" pitchFamily="18" charset="0"/>
                          <a:ea typeface="Arial"/>
                          <a:cs typeface="Arial"/>
                          <a:sym typeface="Arial"/>
                        </a:rPr>
                        <m:t>𝜆</m:t>
                      </m:r>
                      <m:r>
                        <a:rPr kumimoji="0" lang="nl-NL" sz="1800" b="0" i="1" u="none" strike="noStrike" cap="none" spc="0" normalizeH="0" baseline="0" smtClean="0">
                          <a:ln>
                            <a:noFill/>
                          </a:ln>
                          <a:solidFill>
                            <a:srgbClr val="000000"/>
                          </a:solidFill>
                          <a:effectLst/>
                          <a:uFillTx/>
                          <a:latin typeface="Cambria Math" panose="02040503050406030204" pitchFamily="18" charset="0"/>
                          <a:ea typeface="Arial"/>
                          <a:cs typeface="Arial"/>
                          <a:sym typeface="Arial"/>
                        </a:rPr>
                        <m:t>/2</m:t>
                      </m:r>
                      <m:r>
                        <a:rPr kumimoji="0" lang="nl-NL" sz="1800" b="0" i="1" u="none" strike="noStrike" cap="none" spc="0" normalizeH="0" baseline="0" smtClean="0">
                          <a:ln>
                            <a:noFill/>
                          </a:ln>
                          <a:solidFill>
                            <a:srgbClr val="000000"/>
                          </a:solidFill>
                          <a:effectLst/>
                          <a:uFillTx/>
                          <a:latin typeface="Cambria Math" panose="02040503050406030204" pitchFamily="18" charset="0"/>
                          <a:ea typeface="Arial"/>
                          <a:cs typeface="Arial"/>
                          <a:sym typeface="Arial"/>
                        </a:rPr>
                        <m:t>𝑁𝐴</m:t>
                      </m:r>
                    </m:oMath>
                  </m:oMathPara>
                </a14:m>
                <a:endParaRPr kumimoji="0" lang="en-NL" sz="1800" b="0" i="0" u="none" strike="noStrike" cap="none" spc="0" normalizeH="0" baseline="0" dirty="0">
                  <a:ln>
                    <a:noFill/>
                  </a:ln>
                  <a:solidFill>
                    <a:srgbClr val="000000"/>
                  </a:solidFill>
                  <a:effectLst/>
                  <a:uFillTx/>
                  <a:latin typeface="Arial"/>
                  <a:ea typeface="Arial"/>
                  <a:cs typeface="Arial"/>
                  <a:sym typeface="Arial"/>
                </a:endParaRPr>
              </a:p>
            </p:txBody>
          </p:sp>
        </mc:Choice>
        <mc:Fallback>
          <p:sp>
            <p:nvSpPr>
              <p:cNvPr id="13" name="TextBox 12">
                <a:extLst>
                  <a:ext uri="{FF2B5EF4-FFF2-40B4-BE49-F238E27FC236}">
                    <a16:creationId xmlns:a16="http://schemas.microsoft.com/office/drawing/2014/main" id="{BB5CC627-9435-86D1-F7E3-547274DD6A0F}"/>
                  </a:ext>
                </a:extLst>
              </p:cNvPr>
              <p:cNvSpPr txBox="1">
                <a:spLocks noRot="1" noChangeAspect="1" noMove="1" noResize="1" noEditPoints="1" noAdjustHandles="1" noChangeArrowheads="1" noChangeShapeType="1" noTextEdit="1"/>
              </p:cNvSpPr>
              <p:nvPr/>
            </p:nvSpPr>
            <p:spPr>
              <a:xfrm>
                <a:off x="3058753" y="1389876"/>
                <a:ext cx="1188530" cy="276999"/>
              </a:xfrm>
              <a:prstGeom prst="rect">
                <a:avLst/>
              </a:prstGeom>
              <a:blipFill>
                <a:blip r:embed="rId4"/>
                <a:stretch>
                  <a:fillRect l="-4103" r="-3590" b="-37778"/>
                </a:stretch>
              </a:blipFill>
              <a:ln w="12700" cap="flat">
                <a:noFill/>
                <a:miter lim="400000"/>
              </a:ln>
              <a:effectLst/>
            </p:spPr>
            <p:txBody>
              <a:bodyPr/>
              <a:lstStyle/>
              <a:p>
                <a:r>
                  <a:rPr lang="en-NL">
                    <a:noFill/>
                  </a:rPr>
                  <a:t> </a:t>
                </a:r>
              </a:p>
            </p:txBody>
          </p:sp>
        </mc:Fallback>
      </mc:AlternateContent>
    </p:spTree>
    <p:extLst>
      <p:ext uri="{BB962C8B-B14F-4D97-AF65-F5344CB8AC3E}">
        <p14:creationId xmlns:p14="http://schemas.microsoft.com/office/powerpoint/2010/main" val="828365951"/>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5752D5-BFA4-3EBC-1A56-137012C01313}"/>
              </a:ext>
            </a:extLst>
          </p:cNvPr>
          <p:cNvSpPr>
            <a:spLocks noGrp="1"/>
          </p:cNvSpPr>
          <p:nvPr>
            <p:ph type="title"/>
          </p:nvPr>
        </p:nvSpPr>
        <p:spPr/>
        <p:txBody>
          <a:bodyPr/>
          <a:lstStyle/>
          <a:p>
            <a:r>
              <a:rPr lang="nl-NL" dirty="0"/>
              <a:t>A limit to what we can see</a:t>
            </a:r>
            <a:endParaRPr lang="en-NL" dirty="0"/>
          </a:p>
        </p:txBody>
      </p:sp>
      <p:sp>
        <p:nvSpPr>
          <p:cNvPr id="3" name="Text Placeholder 2">
            <a:extLst>
              <a:ext uri="{FF2B5EF4-FFF2-40B4-BE49-F238E27FC236}">
                <a16:creationId xmlns:a16="http://schemas.microsoft.com/office/drawing/2014/main" id="{27B2BE90-DB80-2030-8249-D7FAF955061C}"/>
              </a:ext>
            </a:extLst>
          </p:cNvPr>
          <p:cNvSpPr>
            <a:spLocks noGrp="1"/>
          </p:cNvSpPr>
          <p:nvPr>
            <p:ph type="body" idx="1"/>
          </p:nvPr>
        </p:nvSpPr>
        <p:spPr/>
        <p:txBody>
          <a:bodyPr/>
          <a:lstStyle/>
          <a:p>
            <a:endParaRPr lang="en-NL"/>
          </a:p>
        </p:txBody>
      </p:sp>
      <p:pic>
        <p:nvPicPr>
          <p:cNvPr id="5" name="Picture 4" descr="A group of wooden posts in water on a beach&#10;&#10;AI-generated content may be incorrect.">
            <a:extLst>
              <a:ext uri="{FF2B5EF4-FFF2-40B4-BE49-F238E27FC236}">
                <a16:creationId xmlns:a16="http://schemas.microsoft.com/office/drawing/2014/main" id="{8331AF01-FBE5-8740-8B57-8C2E403DC0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09543" y="1591900"/>
            <a:ext cx="7372913" cy="4154464"/>
          </a:xfrm>
          <a:prstGeom prst="rect">
            <a:avLst/>
          </a:prstGeom>
        </p:spPr>
      </p:pic>
      <p:sp>
        <p:nvSpPr>
          <p:cNvPr id="6" name="TextBox 5">
            <a:extLst>
              <a:ext uri="{FF2B5EF4-FFF2-40B4-BE49-F238E27FC236}">
                <a16:creationId xmlns:a16="http://schemas.microsoft.com/office/drawing/2014/main" id="{1826F7F0-5F67-BD5E-97C1-DB18373D072E}"/>
              </a:ext>
            </a:extLst>
          </p:cNvPr>
          <p:cNvSpPr txBox="1"/>
          <p:nvPr/>
        </p:nvSpPr>
        <p:spPr>
          <a:xfrm>
            <a:off x="7461732" y="5699837"/>
            <a:ext cx="4641448" cy="276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nl-NL" sz="1200" b="0" i="0" u="none" strike="noStrike" cap="none" spc="0" normalizeH="0" baseline="0" dirty="0">
                <a:ln>
                  <a:noFill/>
                </a:ln>
                <a:solidFill>
                  <a:srgbClr val="000000"/>
                </a:solidFill>
                <a:effectLst/>
                <a:uFillTx/>
                <a:latin typeface="Arial"/>
                <a:ea typeface="Arial"/>
                <a:cs typeface="Arial"/>
                <a:sym typeface="Arial"/>
              </a:rPr>
              <a:t>Zoutelande (Lena Schreijenberg)</a:t>
            </a:r>
            <a:endParaRPr kumimoji="0" lang="en-NL" sz="1200" b="0" i="0" u="none" strike="noStrike" cap="none" spc="0" normalizeH="0" baseline="0" dirty="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3073594251"/>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2FF48-8D25-3EA1-745E-F38DC63E7AB7}"/>
              </a:ext>
            </a:extLst>
          </p:cNvPr>
          <p:cNvSpPr>
            <a:spLocks noGrp="1"/>
          </p:cNvSpPr>
          <p:nvPr>
            <p:ph type="title"/>
          </p:nvPr>
        </p:nvSpPr>
        <p:spPr/>
        <p:txBody>
          <a:bodyPr/>
          <a:lstStyle/>
          <a:p>
            <a:r>
              <a:rPr lang="nl-NL" dirty="0"/>
              <a:t>Single Molecule Localization Microscopy (SMLM)</a:t>
            </a:r>
            <a:endParaRPr lang="en-NL" dirty="0"/>
          </a:p>
        </p:txBody>
      </p:sp>
      <p:sp>
        <p:nvSpPr>
          <p:cNvPr id="3" name="Text Placeholder 2">
            <a:extLst>
              <a:ext uri="{FF2B5EF4-FFF2-40B4-BE49-F238E27FC236}">
                <a16:creationId xmlns:a16="http://schemas.microsoft.com/office/drawing/2014/main" id="{41C9E5A2-E35A-2454-D3B5-D084D9228F37}"/>
              </a:ext>
            </a:extLst>
          </p:cNvPr>
          <p:cNvSpPr>
            <a:spLocks noGrp="1"/>
          </p:cNvSpPr>
          <p:nvPr>
            <p:ph type="body" idx="1"/>
          </p:nvPr>
        </p:nvSpPr>
        <p:spPr/>
        <p:txBody>
          <a:bodyPr/>
          <a:lstStyle/>
          <a:p>
            <a:pPr marL="0" indent="0">
              <a:buNone/>
            </a:pPr>
            <a:r>
              <a:rPr lang="nl-NL" dirty="0"/>
              <a:t>Use fluorescent dyes with a blinking property to localize emitters in sparse frames</a:t>
            </a:r>
          </a:p>
          <a:p>
            <a:pPr marL="0" indent="0">
              <a:buNone/>
            </a:pPr>
            <a:endParaRPr lang="nl-NL" dirty="0"/>
          </a:p>
          <a:p>
            <a:pPr marL="0" indent="0">
              <a:buNone/>
            </a:pPr>
            <a:r>
              <a:rPr lang="nl-NL" dirty="0"/>
              <a:t>Able to reach ??? resolution improvement</a:t>
            </a:r>
          </a:p>
        </p:txBody>
      </p:sp>
      <p:pic>
        <p:nvPicPr>
          <p:cNvPr id="5" name="Picture 4" descr="A diagram of a diagram of red dots&#10;&#10;AI-generated content may be incorrect.">
            <a:extLst>
              <a:ext uri="{FF2B5EF4-FFF2-40B4-BE49-F238E27FC236}">
                <a16:creationId xmlns:a16="http://schemas.microsoft.com/office/drawing/2014/main" id="{2A88E2B0-8056-A4CD-F8F4-1403E63C70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30161" y="2849580"/>
            <a:ext cx="7625099" cy="3098784"/>
          </a:xfrm>
          <a:prstGeom prst="rect">
            <a:avLst/>
          </a:prstGeom>
        </p:spPr>
      </p:pic>
    </p:spTree>
    <p:extLst>
      <p:ext uri="{BB962C8B-B14F-4D97-AF65-F5344CB8AC3E}">
        <p14:creationId xmlns:p14="http://schemas.microsoft.com/office/powerpoint/2010/main" val="4137886246"/>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E7FF70-0649-7175-FD31-A360098BD185}"/>
              </a:ext>
            </a:extLst>
          </p:cNvPr>
          <p:cNvSpPr>
            <a:spLocks noGrp="1"/>
          </p:cNvSpPr>
          <p:nvPr>
            <p:ph type="title"/>
          </p:nvPr>
        </p:nvSpPr>
        <p:spPr/>
        <p:txBody>
          <a:bodyPr/>
          <a:lstStyle/>
          <a:p>
            <a:endParaRPr lang="en-NL"/>
          </a:p>
        </p:txBody>
      </p:sp>
      <p:sp>
        <p:nvSpPr>
          <p:cNvPr id="3" name="Text Placeholder 2">
            <a:extLst>
              <a:ext uri="{FF2B5EF4-FFF2-40B4-BE49-F238E27FC236}">
                <a16:creationId xmlns:a16="http://schemas.microsoft.com/office/drawing/2014/main" id="{D439D9F4-6DAC-0F18-8541-2B8AEAE8F697}"/>
              </a:ext>
            </a:extLst>
          </p:cNvPr>
          <p:cNvSpPr>
            <a:spLocks noGrp="1"/>
          </p:cNvSpPr>
          <p:nvPr>
            <p:ph type="body" idx="1"/>
          </p:nvPr>
        </p:nvSpPr>
        <p:spPr/>
        <p:txBody>
          <a:bodyPr/>
          <a:lstStyle/>
          <a:p>
            <a:endParaRPr lang="en-NL"/>
          </a:p>
        </p:txBody>
      </p:sp>
    </p:spTree>
    <p:extLst>
      <p:ext uri="{BB962C8B-B14F-4D97-AF65-F5344CB8AC3E}">
        <p14:creationId xmlns:p14="http://schemas.microsoft.com/office/powerpoint/2010/main" val="3169978893"/>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032BAA-ED60-5D2F-785A-A1EF3A3932E9}"/>
              </a:ext>
            </a:extLst>
          </p:cNvPr>
          <p:cNvSpPr>
            <a:spLocks noGrp="1"/>
          </p:cNvSpPr>
          <p:nvPr>
            <p:ph type="title"/>
          </p:nvPr>
        </p:nvSpPr>
        <p:spPr/>
        <p:txBody>
          <a:bodyPr/>
          <a:lstStyle/>
          <a:p>
            <a:endParaRPr lang="en-NL"/>
          </a:p>
        </p:txBody>
      </p:sp>
      <p:sp>
        <p:nvSpPr>
          <p:cNvPr id="3" name="Text Placeholder 2">
            <a:extLst>
              <a:ext uri="{FF2B5EF4-FFF2-40B4-BE49-F238E27FC236}">
                <a16:creationId xmlns:a16="http://schemas.microsoft.com/office/drawing/2014/main" id="{F0217039-6431-E74E-3549-BD4C843B95B6}"/>
              </a:ext>
            </a:extLst>
          </p:cNvPr>
          <p:cNvSpPr>
            <a:spLocks noGrp="1"/>
          </p:cNvSpPr>
          <p:nvPr>
            <p:ph type="body" idx="1"/>
          </p:nvPr>
        </p:nvSpPr>
        <p:spPr/>
        <p:txBody>
          <a:bodyPr/>
          <a:lstStyle/>
          <a:p>
            <a:endParaRPr lang="en-NL"/>
          </a:p>
        </p:txBody>
      </p:sp>
    </p:spTree>
    <p:extLst>
      <p:ext uri="{BB962C8B-B14F-4D97-AF65-F5344CB8AC3E}">
        <p14:creationId xmlns:p14="http://schemas.microsoft.com/office/powerpoint/2010/main" val="508384702"/>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9E6C3-0F01-6D26-3618-AA0151BA87C9}"/>
              </a:ext>
            </a:extLst>
          </p:cNvPr>
          <p:cNvSpPr>
            <a:spLocks noGrp="1"/>
          </p:cNvSpPr>
          <p:nvPr>
            <p:ph type="title"/>
          </p:nvPr>
        </p:nvSpPr>
        <p:spPr/>
        <p:txBody>
          <a:bodyPr/>
          <a:lstStyle/>
          <a:p>
            <a:endParaRPr lang="en-NL"/>
          </a:p>
        </p:txBody>
      </p:sp>
      <p:sp>
        <p:nvSpPr>
          <p:cNvPr id="3" name="Text Placeholder 2">
            <a:extLst>
              <a:ext uri="{FF2B5EF4-FFF2-40B4-BE49-F238E27FC236}">
                <a16:creationId xmlns:a16="http://schemas.microsoft.com/office/drawing/2014/main" id="{E87DBF89-4B4A-8C57-AA9E-E0A2BB7CC239}"/>
              </a:ext>
            </a:extLst>
          </p:cNvPr>
          <p:cNvSpPr>
            <a:spLocks noGrp="1"/>
          </p:cNvSpPr>
          <p:nvPr>
            <p:ph type="body" idx="1"/>
          </p:nvPr>
        </p:nvSpPr>
        <p:spPr/>
        <p:txBody>
          <a:bodyPr/>
          <a:lstStyle/>
          <a:p>
            <a:endParaRPr lang="en-NL"/>
          </a:p>
        </p:txBody>
      </p:sp>
    </p:spTree>
    <p:extLst>
      <p:ext uri="{BB962C8B-B14F-4D97-AF65-F5344CB8AC3E}">
        <p14:creationId xmlns:p14="http://schemas.microsoft.com/office/powerpoint/2010/main" val="2296779676"/>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824C6-7A50-34DC-41DB-4E9A7A3A5D37}"/>
              </a:ext>
            </a:extLst>
          </p:cNvPr>
          <p:cNvSpPr>
            <a:spLocks noGrp="1"/>
          </p:cNvSpPr>
          <p:nvPr>
            <p:ph type="title"/>
          </p:nvPr>
        </p:nvSpPr>
        <p:spPr/>
        <p:txBody>
          <a:bodyPr/>
          <a:lstStyle/>
          <a:p>
            <a:endParaRPr lang="en-NL"/>
          </a:p>
        </p:txBody>
      </p:sp>
      <p:sp>
        <p:nvSpPr>
          <p:cNvPr id="3" name="Text Placeholder 2">
            <a:extLst>
              <a:ext uri="{FF2B5EF4-FFF2-40B4-BE49-F238E27FC236}">
                <a16:creationId xmlns:a16="http://schemas.microsoft.com/office/drawing/2014/main" id="{DFB36763-D958-4E56-E587-0A2CEE62E925}"/>
              </a:ext>
            </a:extLst>
          </p:cNvPr>
          <p:cNvSpPr>
            <a:spLocks noGrp="1"/>
          </p:cNvSpPr>
          <p:nvPr>
            <p:ph type="body" idx="1"/>
          </p:nvPr>
        </p:nvSpPr>
        <p:spPr/>
        <p:txBody>
          <a:bodyPr/>
          <a:lstStyle/>
          <a:p>
            <a:endParaRPr lang="en-NL"/>
          </a:p>
        </p:txBody>
      </p:sp>
    </p:spTree>
    <p:extLst>
      <p:ext uri="{BB962C8B-B14F-4D97-AF65-F5344CB8AC3E}">
        <p14:creationId xmlns:p14="http://schemas.microsoft.com/office/powerpoint/2010/main" val="3434275473"/>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BCAFF-2505-543B-2B75-B0F182974EEC}"/>
              </a:ext>
            </a:extLst>
          </p:cNvPr>
          <p:cNvSpPr>
            <a:spLocks noGrp="1"/>
          </p:cNvSpPr>
          <p:nvPr>
            <p:ph type="title"/>
          </p:nvPr>
        </p:nvSpPr>
        <p:spPr>
          <a:xfrm>
            <a:off x="698500" y="741499"/>
            <a:ext cx="4762021" cy="490401"/>
          </a:xfrm>
        </p:spPr>
        <p:txBody>
          <a:bodyPr>
            <a:normAutofit fontScale="90000"/>
          </a:bodyPr>
          <a:lstStyle/>
          <a:p>
            <a:r>
              <a:rPr lang="en-US" dirty="0">
                <a:solidFill>
                  <a:srgbClr val="0C2340"/>
                </a:solidFill>
              </a:rPr>
              <a:t>Single-Molecule Localization Microscopy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73FB0F2-F2E7-CF2F-3289-08B79C2FF252}"/>
                  </a:ext>
                </a:extLst>
              </p:cNvPr>
              <p:cNvSpPr>
                <a:spLocks noGrp="1"/>
              </p:cNvSpPr>
              <p:nvPr>
                <p:ph type="body" idx="1"/>
              </p:nvPr>
            </p:nvSpPr>
            <p:spPr>
              <a:xfrm>
                <a:off x="698500" y="1880558"/>
                <a:ext cx="10773500" cy="4067806"/>
              </a:xfrm>
            </p:spPr>
            <p:txBody>
              <a:bodyPr>
                <a:normAutofit/>
              </a:bodyPr>
              <a:lstStyle/>
              <a:p>
                <a:r>
                  <a:rPr lang="en-US" sz="2000" dirty="0"/>
                  <a:t>Restriction on emitter density:</a:t>
                </a:r>
              </a:p>
              <a:p>
                <a:pPr lvl="1"/>
                <a:r>
                  <a:rPr lang="en-US" sz="2000" dirty="0"/>
                  <a:t>1 emitter per diffraction-limited area </a:t>
                </a:r>
                <a:endParaRPr lang="nl-NL" sz="2000" b="0" i="1" dirty="0">
                  <a:latin typeface="Cambria Math" panose="02040503050406030204" pitchFamily="18" charset="0"/>
                </a:endParaRPr>
              </a:p>
              <a:p>
                <a:pPr lvl="1"/>
                <a14:m>
                  <m:oMath xmlns:m="http://schemas.openxmlformats.org/officeDocument/2006/math">
                    <m:sSup>
                      <m:sSupPr>
                        <m:ctrlPr>
                          <a:rPr lang="nl-NL" sz="2000" b="0" i="1" smtClean="0">
                            <a:latin typeface="Cambria Math" panose="02040503050406030204" pitchFamily="18" charset="0"/>
                          </a:rPr>
                        </m:ctrlPr>
                      </m:sSupPr>
                      <m:e>
                        <m:r>
                          <a:rPr lang="nl-NL" sz="2000" b="0" i="1" smtClean="0">
                            <a:latin typeface="Cambria Math" panose="02040503050406030204" pitchFamily="18" charset="0"/>
                          </a:rPr>
                          <m:t>10</m:t>
                        </m:r>
                      </m:e>
                      <m:sup>
                        <m:r>
                          <a:rPr lang="nl-NL" sz="2000" b="0" i="1" smtClean="0">
                            <a:latin typeface="Cambria Math" panose="02040503050406030204" pitchFamily="18" charset="0"/>
                          </a:rPr>
                          <m:t>−1</m:t>
                        </m:r>
                      </m:sup>
                    </m:sSup>
                    <m:r>
                      <a:rPr lang="nl-NL" sz="2000" b="0" i="1" smtClean="0">
                        <a:latin typeface="Cambria Math" panose="02040503050406030204" pitchFamily="18" charset="0"/>
                      </a:rPr>
                      <m:t>−</m:t>
                    </m:r>
                    <m:r>
                      <a:rPr lang="nl-NL" sz="2000" b="0" i="0" smtClean="0">
                        <a:latin typeface="Cambria Math" panose="02040503050406030204" pitchFamily="18" charset="0"/>
                      </a:rPr>
                      <m:t>1 </m:t>
                    </m:r>
                    <m:r>
                      <m:rPr>
                        <m:sty m:val="p"/>
                      </m:rPr>
                      <a:rPr lang="nl-NL" sz="2000" b="0" i="0" smtClean="0">
                        <a:latin typeface="Cambria Math" panose="02040503050406030204" pitchFamily="18" charset="0"/>
                      </a:rPr>
                      <m:t>emitters</m:t>
                    </m:r>
                    <m:r>
                      <a:rPr lang="nl-NL" sz="2000" b="0" i="0" smtClean="0">
                        <a:latin typeface="Cambria Math" panose="02040503050406030204" pitchFamily="18" charset="0"/>
                      </a:rPr>
                      <m:t>/</m:t>
                    </m:r>
                    <m:r>
                      <a:rPr lang="nl-NL" sz="2000" b="0" i="1" smtClean="0">
                        <a:latin typeface="Cambria Math" panose="02040503050406030204" pitchFamily="18" charset="0"/>
                      </a:rPr>
                      <m:t>𝜇</m:t>
                    </m:r>
                    <m:sSup>
                      <m:sSupPr>
                        <m:ctrlPr>
                          <a:rPr lang="nl-NL" sz="2000" b="0" i="1" smtClean="0">
                            <a:latin typeface="Cambria Math" panose="02040503050406030204" pitchFamily="18" charset="0"/>
                          </a:rPr>
                        </m:ctrlPr>
                      </m:sSupPr>
                      <m:e>
                        <m:r>
                          <m:rPr>
                            <m:sty m:val="p"/>
                          </m:rPr>
                          <a:rPr lang="nl-NL" sz="2000" b="0" i="0" smtClean="0">
                            <a:latin typeface="Cambria Math" panose="02040503050406030204" pitchFamily="18" charset="0"/>
                          </a:rPr>
                          <m:t>m</m:t>
                        </m:r>
                      </m:e>
                      <m:sup>
                        <m:r>
                          <a:rPr lang="nl-NL" sz="2000" b="0" i="0" smtClean="0">
                            <a:latin typeface="Cambria Math" panose="02040503050406030204" pitchFamily="18" charset="0"/>
                          </a:rPr>
                          <m:t>2</m:t>
                        </m:r>
                      </m:sup>
                    </m:sSup>
                  </m:oMath>
                </a14:m>
                <a:endParaRPr lang="en-US" sz="2000" dirty="0"/>
              </a:p>
              <a:p>
                <a:endParaRPr lang="en-US" sz="2000" dirty="0"/>
              </a:p>
            </p:txBody>
          </p:sp>
        </mc:Choice>
        <mc:Fallback xmlns="">
          <p:sp>
            <p:nvSpPr>
              <p:cNvPr id="3" name="Content Placeholder 2">
                <a:extLst>
                  <a:ext uri="{FF2B5EF4-FFF2-40B4-BE49-F238E27FC236}">
                    <a16:creationId xmlns:a16="http://schemas.microsoft.com/office/drawing/2014/main" id="{573FB0F2-F2E7-CF2F-3289-08B79C2FF252}"/>
                  </a:ext>
                </a:extLst>
              </p:cNvPr>
              <p:cNvSpPr>
                <a:spLocks noGrp="1" noRot="1" noChangeAspect="1" noMove="1" noResize="1" noEditPoints="1" noAdjustHandles="1" noChangeArrowheads="1" noChangeShapeType="1" noTextEdit="1"/>
              </p:cNvSpPr>
              <p:nvPr>
                <p:ph type="body" idx="1"/>
              </p:nvPr>
            </p:nvSpPr>
            <p:spPr>
              <a:xfrm>
                <a:off x="698500" y="1880558"/>
                <a:ext cx="10773500" cy="4067806"/>
              </a:xfrm>
              <a:blipFill>
                <a:blip r:embed="rId3"/>
                <a:stretch>
                  <a:fillRect l="-1358" t="-2545"/>
                </a:stretch>
              </a:blipFill>
            </p:spPr>
            <p:txBody>
              <a:bodyPr/>
              <a:lstStyle/>
              <a:p>
                <a:r>
                  <a:rPr lang="en-NL">
                    <a:noFill/>
                  </a:rPr>
                  <a:t> </a:t>
                </a:r>
              </a:p>
            </p:txBody>
          </p:sp>
        </mc:Fallback>
      </mc:AlternateContent>
      <p:pic>
        <p:nvPicPr>
          <p:cNvPr id="5" name="Picture 4">
            <a:extLst>
              <a:ext uri="{FF2B5EF4-FFF2-40B4-BE49-F238E27FC236}">
                <a16:creationId xmlns:a16="http://schemas.microsoft.com/office/drawing/2014/main" id="{078F066B-4830-B6F2-A0A8-45E3BFF0AE9E}"/>
              </a:ext>
            </a:extLst>
          </p:cNvPr>
          <p:cNvPicPr>
            <a:picLocks noChangeAspect="1"/>
          </p:cNvPicPr>
          <p:nvPr/>
        </p:nvPicPr>
        <p:blipFill>
          <a:blip r:embed="rId4"/>
          <a:stretch>
            <a:fillRect/>
          </a:stretch>
        </p:blipFill>
        <p:spPr>
          <a:xfrm>
            <a:off x="6285774" y="1231900"/>
            <a:ext cx="5348878" cy="4073330"/>
          </a:xfrm>
          <a:prstGeom prst="rect">
            <a:avLst/>
          </a:prstGeom>
        </p:spPr>
      </p:pic>
      <p:sp>
        <p:nvSpPr>
          <p:cNvPr id="6" name="TextBox 5">
            <a:extLst>
              <a:ext uri="{FF2B5EF4-FFF2-40B4-BE49-F238E27FC236}">
                <a16:creationId xmlns:a16="http://schemas.microsoft.com/office/drawing/2014/main" id="{3A6F3D4D-B96E-2551-16BB-EA7036635F3D}"/>
              </a:ext>
            </a:extLst>
          </p:cNvPr>
          <p:cNvSpPr txBox="1"/>
          <p:nvPr/>
        </p:nvSpPr>
        <p:spPr>
          <a:xfrm>
            <a:off x="9558202" y="5318325"/>
            <a:ext cx="2076450"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nl-NL" sz="1400" b="0" i="0" u="none" strike="noStrike" cap="none" spc="0" normalizeH="0" baseline="0" dirty="0">
                <a:ln>
                  <a:noFill/>
                </a:ln>
                <a:solidFill>
                  <a:srgbClr val="000000"/>
                </a:solidFill>
                <a:effectLst/>
                <a:uFillTx/>
                <a:latin typeface="Arial"/>
                <a:ea typeface="Arial"/>
                <a:cs typeface="Arial"/>
                <a:sym typeface="Arial"/>
              </a:rPr>
              <a:t>Huang et al., 2011</a:t>
            </a:r>
            <a:endParaRPr kumimoji="0" lang="en-NL" sz="1400" b="0" i="0" u="none" strike="noStrike" cap="none" spc="0" normalizeH="0" baseline="0" dirty="0">
              <a:ln>
                <a:noFill/>
              </a:ln>
              <a:solidFill>
                <a:srgbClr val="000000"/>
              </a:solidFill>
              <a:effectLst/>
              <a:uFillTx/>
              <a:latin typeface="Arial"/>
              <a:ea typeface="Arial"/>
              <a:cs typeface="Arial"/>
              <a:sym typeface="Arial"/>
            </a:endParaRPr>
          </a:p>
        </p:txBody>
      </p:sp>
    </p:spTree>
    <p:extLst>
      <p:ext uri="{BB962C8B-B14F-4D97-AF65-F5344CB8AC3E}">
        <p14:creationId xmlns:p14="http://schemas.microsoft.com/office/powerpoint/2010/main" val="415855042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6DBC91-36EF-A834-6C62-D8F4A76600C6}"/>
              </a:ext>
            </a:extLst>
          </p:cNvPr>
          <p:cNvSpPr>
            <a:spLocks noGrp="1"/>
          </p:cNvSpPr>
          <p:nvPr>
            <p:ph type="title"/>
          </p:nvPr>
        </p:nvSpPr>
        <p:spPr/>
        <p:txBody>
          <a:bodyPr/>
          <a:lstStyle/>
          <a:p>
            <a:r>
              <a:rPr lang="en-US" dirty="0"/>
              <a:t>Research goal</a:t>
            </a:r>
          </a:p>
        </p:txBody>
      </p:sp>
      <p:sp>
        <p:nvSpPr>
          <p:cNvPr id="3" name="Text Placeholder 2">
            <a:extLst>
              <a:ext uri="{FF2B5EF4-FFF2-40B4-BE49-F238E27FC236}">
                <a16:creationId xmlns:a16="http://schemas.microsoft.com/office/drawing/2014/main" id="{79962DD9-69B1-135A-7943-54ADE613723D}"/>
              </a:ext>
            </a:extLst>
          </p:cNvPr>
          <p:cNvSpPr>
            <a:spLocks noGrp="1"/>
          </p:cNvSpPr>
          <p:nvPr>
            <p:ph type="body" idx="1"/>
          </p:nvPr>
        </p:nvSpPr>
        <p:spPr>
          <a:xfrm>
            <a:off x="698500" y="1591900"/>
            <a:ext cx="10773500" cy="3207719"/>
          </a:xfrm>
        </p:spPr>
        <p:txBody>
          <a:bodyPr anchor="ctr">
            <a:normAutofit/>
          </a:bodyPr>
          <a:lstStyle/>
          <a:p>
            <a:pPr marL="0" indent="0" algn="ctr">
              <a:buNone/>
            </a:pPr>
            <a:r>
              <a:rPr lang="en-US" sz="2400" b="1" dirty="0"/>
              <a:t>Simulate a SPAD scanning measurement and localize the emitters for high emitter density regions.</a:t>
            </a:r>
          </a:p>
          <a:p>
            <a:pPr marL="0" indent="0">
              <a:buNone/>
            </a:pPr>
            <a:endParaRPr lang="en-US" sz="2400" dirty="0"/>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3058A549-49F0-05D4-910C-786ED25EAC41}"/>
                  </a:ext>
                </a:extLst>
              </p:cNvPr>
              <p:cNvSpPr txBox="1"/>
              <p:nvPr/>
            </p:nvSpPr>
            <p:spPr>
              <a:xfrm>
                <a:off x="8804031" y="6435969"/>
                <a:ext cx="4285754" cy="30777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nl-NL" sz="1400" b="0" i="0" u="none" strike="noStrike" cap="none" spc="0" normalizeH="0" baseline="0" dirty="0">
                    <a:ln>
                      <a:noFill/>
                    </a:ln>
                    <a:solidFill>
                      <a:srgbClr val="000000"/>
                    </a:solidFill>
                    <a:effectLst/>
                    <a:uFillTx/>
                    <a:sym typeface="Arial"/>
                  </a:rPr>
                  <a:t>High emitter density region </a:t>
                </a:r>
                <a14:m>
                  <m:oMath xmlns:m="http://schemas.openxmlformats.org/officeDocument/2006/math">
                    <m:r>
                      <a:rPr kumimoji="0" lang="nl-NL" sz="1400" b="0" i="1" u="none" strike="noStrike" cap="none" spc="0" normalizeH="0" baseline="0" smtClean="0">
                        <a:ln>
                          <a:noFill/>
                        </a:ln>
                        <a:solidFill>
                          <a:srgbClr val="000000"/>
                        </a:solidFill>
                        <a:effectLst/>
                        <a:uFillTx/>
                        <a:latin typeface="Cambria Math" panose="02040503050406030204" pitchFamily="18" charset="0"/>
                        <a:sym typeface="Arial"/>
                      </a:rPr>
                      <m:t>≔</m:t>
                    </m:r>
                  </m:oMath>
                </a14:m>
                <a:r>
                  <a:rPr kumimoji="0" lang="nl-NL" sz="1400" b="0" i="0" u="none" strike="noStrike" cap="none" spc="0" normalizeH="0" baseline="0" dirty="0">
                    <a:ln>
                      <a:noFill/>
                    </a:ln>
                    <a:solidFill>
                      <a:srgbClr val="000000"/>
                    </a:solidFill>
                    <a:effectLst/>
                    <a:uFillTx/>
                    <a:sym typeface="Arial"/>
                  </a:rPr>
                  <a:t>  </a:t>
                </a:r>
                <a14:m>
                  <m:oMath xmlns:m="http://schemas.openxmlformats.org/officeDocument/2006/math">
                    <m:r>
                      <a:rPr lang="nl-NL" sz="1400">
                        <a:latin typeface="Cambria Math" panose="02040503050406030204" pitchFamily="18" charset="0"/>
                      </a:rPr>
                      <m:t>&gt;</m:t>
                    </m:r>
                    <m:r>
                      <a:rPr kumimoji="0" lang="nl-NL" sz="1400" b="0" i="0" u="none" strike="noStrike" cap="none" spc="0" normalizeH="0" baseline="0" smtClean="0">
                        <a:ln>
                          <a:noFill/>
                        </a:ln>
                        <a:solidFill>
                          <a:srgbClr val="000000"/>
                        </a:solidFill>
                        <a:effectLst/>
                        <a:uFillTx/>
                        <a:latin typeface="Cambria Math" panose="02040503050406030204" pitchFamily="18" charset="0"/>
                        <a:sym typeface="Arial"/>
                      </a:rPr>
                      <m:t>1/</m:t>
                    </m:r>
                    <m:r>
                      <a:rPr kumimoji="0" lang="nl-NL" sz="1400" b="0" i="1" u="none" strike="noStrike" cap="none" spc="0" normalizeH="0" baseline="0" smtClean="0">
                        <a:ln>
                          <a:noFill/>
                        </a:ln>
                        <a:solidFill>
                          <a:srgbClr val="000000"/>
                        </a:solidFill>
                        <a:effectLst/>
                        <a:uFillTx/>
                        <a:latin typeface="Cambria Math" panose="02040503050406030204" pitchFamily="18" charset="0"/>
                        <a:sym typeface="Arial"/>
                      </a:rPr>
                      <m:t>𝜇</m:t>
                    </m:r>
                    <m:sSup>
                      <m:sSupPr>
                        <m:ctrlPr>
                          <a:rPr kumimoji="0" lang="nl-NL" sz="1400" b="0" i="1" u="none" strike="noStrike" cap="none" spc="0" normalizeH="0" baseline="0" smtClean="0">
                            <a:ln>
                              <a:noFill/>
                            </a:ln>
                            <a:solidFill>
                              <a:srgbClr val="000000"/>
                            </a:solidFill>
                            <a:effectLst/>
                            <a:uFillTx/>
                            <a:latin typeface="Cambria Math" panose="02040503050406030204" pitchFamily="18" charset="0"/>
                            <a:sym typeface="Arial"/>
                          </a:rPr>
                        </m:ctrlPr>
                      </m:sSupPr>
                      <m:e>
                        <m:r>
                          <a:rPr kumimoji="0" lang="nl-NL" sz="1400" b="0" i="1" u="none" strike="noStrike" cap="none" spc="0" normalizeH="0" baseline="0" smtClean="0">
                            <a:ln>
                              <a:noFill/>
                            </a:ln>
                            <a:solidFill>
                              <a:srgbClr val="000000"/>
                            </a:solidFill>
                            <a:effectLst/>
                            <a:uFillTx/>
                            <a:latin typeface="Cambria Math" panose="02040503050406030204" pitchFamily="18" charset="0"/>
                            <a:sym typeface="Arial"/>
                          </a:rPr>
                          <m:t>𝑚</m:t>
                        </m:r>
                      </m:e>
                      <m:sup>
                        <m:r>
                          <a:rPr kumimoji="0" lang="nl-NL" sz="1400" b="0" i="1" u="none" strike="noStrike" cap="none" spc="0" normalizeH="0" baseline="0" smtClean="0">
                            <a:ln>
                              <a:noFill/>
                            </a:ln>
                            <a:solidFill>
                              <a:srgbClr val="000000"/>
                            </a:solidFill>
                            <a:effectLst/>
                            <a:uFillTx/>
                            <a:latin typeface="Cambria Math" panose="02040503050406030204" pitchFamily="18" charset="0"/>
                            <a:sym typeface="Arial"/>
                          </a:rPr>
                          <m:t>2</m:t>
                        </m:r>
                      </m:sup>
                    </m:sSup>
                  </m:oMath>
                </a14:m>
                <a:r>
                  <a:rPr kumimoji="0" lang="nl-NL" sz="1400" b="0" i="0" u="none" strike="noStrike" cap="none" spc="0" normalizeH="0" baseline="0" dirty="0">
                    <a:ln>
                      <a:noFill/>
                    </a:ln>
                    <a:solidFill>
                      <a:srgbClr val="000000"/>
                    </a:solidFill>
                    <a:effectLst/>
                    <a:uFillTx/>
                    <a:sym typeface="Arial"/>
                  </a:rPr>
                  <a:t> </a:t>
                </a:r>
                <a:endParaRPr kumimoji="0" lang="en-NL" sz="1400" b="0" i="0" u="none" strike="noStrike" cap="none" spc="0" normalizeH="0" baseline="0" dirty="0">
                  <a:ln>
                    <a:noFill/>
                  </a:ln>
                  <a:solidFill>
                    <a:srgbClr val="000000"/>
                  </a:solidFill>
                  <a:effectLst/>
                  <a:uFillTx/>
                  <a:sym typeface="Arial"/>
                </a:endParaRPr>
              </a:p>
            </p:txBody>
          </p:sp>
        </mc:Choice>
        <mc:Fallback xmlns="">
          <p:sp>
            <p:nvSpPr>
              <p:cNvPr id="4" name="TextBox 3">
                <a:extLst>
                  <a:ext uri="{FF2B5EF4-FFF2-40B4-BE49-F238E27FC236}">
                    <a16:creationId xmlns:a16="http://schemas.microsoft.com/office/drawing/2014/main" id="{3058A549-49F0-05D4-910C-786ED25EAC41}"/>
                  </a:ext>
                </a:extLst>
              </p:cNvPr>
              <p:cNvSpPr txBox="1">
                <a:spLocks noRot="1" noChangeAspect="1" noMove="1" noResize="1" noEditPoints="1" noAdjustHandles="1" noChangeArrowheads="1" noChangeShapeType="1" noTextEdit="1"/>
              </p:cNvSpPr>
              <p:nvPr/>
            </p:nvSpPr>
            <p:spPr>
              <a:xfrm>
                <a:off x="8804031" y="6435969"/>
                <a:ext cx="4285754" cy="307775"/>
              </a:xfrm>
              <a:prstGeom prst="rect">
                <a:avLst/>
              </a:prstGeom>
              <a:blipFill>
                <a:blip r:embed="rId3"/>
                <a:stretch>
                  <a:fillRect l="-1422" t="-4000" b="-20000"/>
                </a:stretch>
              </a:blipFill>
              <a:ln w="12700" cap="flat">
                <a:noFill/>
                <a:miter lim="400000"/>
              </a:ln>
              <a:effectLst/>
            </p:spPr>
            <p:txBody>
              <a:bodyPr/>
              <a:lstStyle/>
              <a:p>
                <a:r>
                  <a:rPr lang="en-NL">
                    <a:noFill/>
                  </a:rPr>
                  <a:t> </a:t>
                </a:r>
              </a:p>
            </p:txBody>
          </p:sp>
        </mc:Fallback>
      </mc:AlternateContent>
    </p:spTree>
    <p:extLst>
      <p:ext uri="{BB962C8B-B14F-4D97-AF65-F5344CB8AC3E}">
        <p14:creationId xmlns:p14="http://schemas.microsoft.com/office/powerpoint/2010/main" val="3509113671"/>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C244A4-713D-675D-056D-5B105DB4EC02}"/>
              </a:ext>
            </a:extLst>
          </p:cNvPr>
          <p:cNvSpPr>
            <a:spLocks noGrp="1"/>
          </p:cNvSpPr>
          <p:nvPr>
            <p:ph type="title"/>
          </p:nvPr>
        </p:nvSpPr>
        <p:spPr/>
        <p:txBody>
          <a:bodyPr>
            <a:normAutofit/>
          </a:bodyPr>
          <a:lstStyle/>
          <a:p>
            <a:r>
              <a:rPr lang="nl-NL" dirty="0"/>
              <a:t>Simulated Measurement Pipeline</a:t>
            </a:r>
            <a:endParaRPr lang="en-NL" dirty="0"/>
          </a:p>
        </p:txBody>
      </p:sp>
      <p:pic>
        <p:nvPicPr>
          <p:cNvPr id="7" name="Picture 6" descr="A diagram of a computer&#10;&#10;AI-generated content may be incorrect.">
            <a:extLst>
              <a:ext uri="{FF2B5EF4-FFF2-40B4-BE49-F238E27FC236}">
                <a16:creationId xmlns:a16="http://schemas.microsoft.com/office/drawing/2014/main" id="{F063990E-5BA0-E716-B480-F58F1FFEA70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00376"/>
            <a:ext cx="11930894" cy="2614614"/>
          </a:xfrm>
          <a:prstGeom prst="rect">
            <a:avLst/>
          </a:prstGeom>
        </p:spPr>
      </p:pic>
      <p:pic>
        <p:nvPicPr>
          <p:cNvPr id="9" name="Picture 8">
            <a:extLst>
              <a:ext uri="{FF2B5EF4-FFF2-40B4-BE49-F238E27FC236}">
                <a16:creationId xmlns:a16="http://schemas.microsoft.com/office/drawing/2014/main" id="{235E088F-2128-D9A5-16DA-D2CCC403B796}"/>
              </a:ext>
            </a:extLst>
          </p:cNvPr>
          <p:cNvPicPr>
            <a:picLocks noChangeAspect="1"/>
          </p:cNvPicPr>
          <p:nvPr/>
        </p:nvPicPr>
        <p:blipFill>
          <a:blip r:embed="rId4"/>
          <a:stretch>
            <a:fillRect/>
          </a:stretch>
        </p:blipFill>
        <p:spPr>
          <a:xfrm>
            <a:off x="1461761" y="1370743"/>
            <a:ext cx="2227449" cy="1729155"/>
          </a:xfrm>
          <a:prstGeom prst="rect">
            <a:avLst/>
          </a:prstGeom>
          <a:ln>
            <a:solidFill>
              <a:schemeClr val="accent1"/>
            </a:solidFill>
          </a:ln>
        </p:spPr>
      </p:pic>
      <p:pic>
        <p:nvPicPr>
          <p:cNvPr id="11" name="Picture 10">
            <a:extLst>
              <a:ext uri="{FF2B5EF4-FFF2-40B4-BE49-F238E27FC236}">
                <a16:creationId xmlns:a16="http://schemas.microsoft.com/office/drawing/2014/main" id="{365BC6ED-AFB9-30F4-A4B7-11AB1B651003}"/>
              </a:ext>
            </a:extLst>
          </p:cNvPr>
          <p:cNvPicPr>
            <a:picLocks noChangeAspect="1"/>
          </p:cNvPicPr>
          <p:nvPr/>
        </p:nvPicPr>
        <p:blipFill>
          <a:blip r:embed="rId5"/>
          <a:stretch>
            <a:fillRect/>
          </a:stretch>
        </p:blipFill>
        <p:spPr>
          <a:xfrm>
            <a:off x="4168809" y="1370743"/>
            <a:ext cx="1916441" cy="1735156"/>
          </a:xfrm>
          <a:prstGeom prst="rect">
            <a:avLst/>
          </a:prstGeom>
          <a:ln>
            <a:solidFill>
              <a:schemeClr val="accent1"/>
            </a:solidFill>
          </a:ln>
        </p:spPr>
      </p:pic>
      <p:pic>
        <p:nvPicPr>
          <p:cNvPr id="17" name="Picture 16">
            <a:extLst>
              <a:ext uri="{FF2B5EF4-FFF2-40B4-BE49-F238E27FC236}">
                <a16:creationId xmlns:a16="http://schemas.microsoft.com/office/drawing/2014/main" id="{185FE873-56CD-E0B4-A8B1-A29A7F1CA1C0}"/>
              </a:ext>
            </a:extLst>
          </p:cNvPr>
          <p:cNvPicPr>
            <a:picLocks noChangeAspect="1"/>
          </p:cNvPicPr>
          <p:nvPr/>
        </p:nvPicPr>
        <p:blipFill>
          <a:blip r:embed="rId6"/>
          <a:stretch>
            <a:fillRect/>
          </a:stretch>
        </p:blipFill>
        <p:spPr>
          <a:xfrm>
            <a:off x="6564849" y="1370743"/>
            <a:ext cx="5200512" cy="1735156"/>
          </a:xfrm>
          <a:prstGeom prst="rect">
            <a:avLst/>
          </a:prstGeom>
          <a:ln>
            <a:solidFill>
              <a:schemeClr val="accent1"/>
            </a:solidFill>
          </a:ln>
        </p:spPr>
      </p:pic>
    </p:spTree>
    <p:extLst>
      <p:ext uri="{BB962C8B-B14F-4D97-AF65-F5344CB8AC3E}">
        <p14:creationId xmlns:p14="http://schemas.microsoft.com/office/powerpoint/2010/main" val="672235817"/>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825D4-ACB0-0215-3118-27B06C1175C5}"/>
              </a:ext>
            </a:extLst>
          </p:cNvPr>
          <p:cNvSpPr>
            <a:spLocks noGrp="1"/>
          </p:cNvSpPr>
          <p:nvPr>
            <p:ph type="title"/>
          </p:nvPr>
        </p:nvSpPr>
        <p:spPr/>
        <p:txBody>
          <a:bodyPr/>
          <a:lstStyle/>
          <a:p>
            <a:r>
              <a:rPr lang="nl-NL" dirty="0"/>
              <a:t>Localization Pipeline</a:t>
            </a:r>
            <a:endParaRPr lang="en-NL" dirty="0"/>
          </a:p>
        </p:txBody>
      </p:sp>
      <p:sp>
        <p:nvSpPr>
          <p:cNvPr id="3" name="Text Placeholder 2">
            <a:extLst>
              <a:ext uri="{FF2B5EF4-FFF2-40B4-BE49-F238E27FC236}">
                <a16:creationId xmlns:a16="http://schemas.microsoft.com/office/drawing/2014/main" id="{8D680013-9F04-EE5B-771A-E283498CF836}"/>
              </a:ext>
            </a:extLst>
          </p:cNvPr>
          <p:cNvSpPr>
            <a:spLocks noGrp="1"/>
          </p:cNvSpPr>
          <p:nvPr>
            <p:ph type="body" idx="1"/>
          </p:nvPr>
        </p:nvSpPr>
        <p:spPr/>
        <p:txBody>
          <a:bodyPr/>
          <a:lstStyle/>
          <a:p>
            <a:endParaRPr lang="en-NL" dirty="0"/>
          </a:p>
        </p:txBody>
      </p:sp>
      <p:pic>
        <p:nvPicPr>
          <p:cNvPr id="4" name="Picture 3" descr="A diagram of a computer code&#10;&#10;AI-generated content may be incorrect.">
            <a:extLst>
              <a:ext uri="{FF2B5EF4-FFF2-40B4-BE49-F238E27FC236}">
                <a16:creationId xmlns:a16="http://schemas.microsoft.com/office/drawing/2014/main" id="{ADA1E791-A224-6C8C-602E-E3E3CD5AA2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9999" y="2819400"/>
            <a:ext cx="10678871" cy="3052764"/>
          </a:xfrm>
          <a:prstGeom prst="rect">
            <a:avLst/>
          </a:prstGeom>
        </p:spPr>
      </p:pic>
      <p:pic>
        <p:nvPicPr>
          <p:cNvPr id="11" name="Picture 10">
            <a:extLst>
              <a:ext uri="{FF2B5EF4-FFF2-40B4-BE49-F238E27FC236}">
                <a16:creationId xmlns:a16="http://schemas.microsoft.com/office/drawing/2014/main" id="{159D5F4D-450E-6745-A294-16FE20603836}"/>
              </a:ext>
            </a:extLst>
          </p:cNvPr>
          <p:cNvPicPr>
            <a:picLocks noChangeAspect="1"/>
          </p:cNvPicPr>
          <p:nvPr/>
        </p:nvPicPr>
        <p:blipFill>
          <a:blip r:embed="rId4"/>
          <a:stretch>
            <a:fillRect/>
          </a:stretch>
        </p:blipFill>
        <p:spPr>
          <a:xfrm>
            <a:off x="4235421" y="1568220"/>
            <a:ext cx="1250302" cy="1227500"/>
          </a:xfrm>
          <a:prstGeom prst="rect">
            <a:avLst/>
          </a:prstGeom>
          <a:ln>
            <a:solidFill>
              <a:schemeClr val="accent1"/>
            </a:solidFill>
          </a:ln>
        </p:spPr>
      </p:pic>
      <p:pic>
        <p:nvPicPr>
          <p:cNvPr id="15" name="Picture 14">
            <a:extLst>
              <a:ext uri="{FF2B5EF4-FFF2-40B4-BE49-F238E27FC236}">
                <a16:creationId xmlns:a16="http://schemas.microsoft.com/office/drawing/2014/main" id="{34A43A2B-1B0F-6336-85C8-2D8DE01F2B12}"/>
              </a:ext>
            </a:extLst>
          </p:cNvPr>
          <p:cNvPicPr>
            <a:picLocks noChangeAspect="1"/>
          </p:cNvPicPr>
          <p:nvPr/>
        </p:nvPicPr>
        <p:blipFill>
          <a:blip r:embed="rId5"/>
          <a:stretch>
            <a:fillRect/>
          </a:stretch>
        </p:blipFill>
        <p:spPr>
          <a:xfrm>
            <a:off x="804524" y="1591900"/>
            <a:ext cx="1230180" cy="1227500"/>
          </a:xfrm>
          <a:prstGeom prst="rect">
            <a:avLst/>
          </a:prstGeom>
        </p:spPr>
      </p:pic>
      <p:pic>
        <p:nvPicPr>
          <p:cNvPr id="9" name="Picture 8">
            <a:extLst>
              <a:ext uri="{FF2B5EF4-FFF2-40B4-BE49-F238E27FC236}">
                <a16:creationId xmlns:a16="http://schemas.microsoft.com/office/drawing/2014/main" id="{36FD5235-4CD7-51F4-F995-FFE93FE08C4C}"/>
              </a:ext>
            </a:extLst>
          </p:cNvPr>
          <p:cNvPicPr>
            <a:picLocks noChangeAspect="1"/>
          </p:cNvPicPr>
          <p:nvPr/>
        </p:nvPicPr>
        <p:blipFill>
          <a:blip r:embed="rId6"/>
          <a:stretch>
            <a:fillRect/>
          </a:stretch>
        </p:blipFill>
        <p:spPr>
          <a:xfrm>
            <a:off x="1690666" y="1584721"/>
            <a:ext cx="1219923" cy="1227500"/>
          </a:xfrm>
          <a:prstGeom prst="rect">
            <a:avLst/>
          </a:prstGeom>
          <a:ln>
            <a:solidFill>
              <a:schemeClr val="accent1"/>
            </a:solidFill>
          </a:ln>
        </p:spPr>
      </p:pic>
      <p:pic>
        <p:nvPicPr>
          <p:cNvPr id="17" name="Picture 16">
            <a:extLst>
              <a:ext uri="{FF2B5EF4-FFF2-40B4-BE49-F238E27FC236}">
                <a16:creationId xmlns:a16="http://schemas.microsoft.com/office/drawing/2014/main" id="{F1A38BBC-6B3A-E956-C3AB-11B94E33DE9D}"/>
              </a:ext>
            </a:extLst>
          </p:cNvPr>
          <p:cNvPicPr>
            <a:picLocks noChangeAspect="1"/>
          </p:cNvPicPr>
          <p:nvPr/>
        </p:nvPicPr>
        <p:blipFill>
          <a:blip r:embed="rId7"/>
          <a:stretch>
            <a:fillRect/>
          </a:stretch>
        </p:blipFill>
        <p:spPr>
          <a:xfrm>
            <a:off x="2472647" y="1568220"/>
            <a:ext cx="1219923" cy="1244001"/>
          </a:xfrm>
          <a:prstGeom prst="rect">
            <a:avLst/>
          </a:prstGeom>
        </p:spPr>
      </p:pic>
      <p:sp>
        <p:nvSpPr>
          <p:cNvPr id="18" name="Arrow: Right 17">
            <a:extLst>
              <a:ext uri="{FF2B5EF4-FFF2-40B4-BE49-F238E27FC236}">
                <a16:creationId xmlns:a16="http://schemas.microsoft.com/office/drawing/2014/main" id="{E7073AF9-02C0-978C-1C5E-00E6F7BA886D}"/>
              </a:ext>
            </a:extLst>
          </p:cNvPr>
          <p:cNvSpPr/>
          <p:nvPr/>
        </p:nvSpPr>
        <p:spPr>
          <a:xfrm rot="18342519">
            <a:off x="3015278" y="3211130"/>
            <a:ext cx="1920980" cy="135383"/>
          </a:xfrm>
          <a:prstGeom prst="rightArrow">
            <a:avLst/>
          </a:prstGeom>
          <a:solidFill>
            <a:schemeClr val="accent1"/>
          </a:solidFill>
          <a:ln w="127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ctr">
            <a:spAutoFit/>
          </a:bodyPr>
          <a:lstStyle/>
          <a:p>
            <a:pPr marL="0" marR="0" indent="0" algn="l" defTabSz="914400" rtl="0" fontAlgn="auto" latinLnBrk="0" hangingPunct="0">
              <a:lnSpc>
                <a:spcPct val="100000"/>
              </a:lnSpc>
              <a:spcBef>
                <a:spcPts val="0"/>
              </a:spcBef>
              <a:spcAft>
                <a:spcPts val="0"/>
              </a:spcAft>
              <a:buClrTx/>
              <a:buSzTx/>
              <a:buFontTx/>
              <a:buNone/>
              <a:tabLst/>
            </a:pPr>
            <a:endParaRPr kumimoji="0" lang="en-NL" sz="1800" b="0" i="0" u="none" strike="noStrike" cap="none" spc="0" normalizeH="0" baseline="0">
              <a:ln>
                <a:noFill/>
              </a:ln>
              <a:solidFill>
                <a:srgbClr val="000000"/>
              </a:solidFill>
              <a:effectLst/>
              <a:uFillTx/>
              <a:latin typeface="Arial"/>
              <a:ea typeface="Arial"/>
              <a:cs typeface="Arial"/>
              <a:sym typeface="Arial"/>
            </a:endParaRPr>
          </a:p>
        </p:txBody>
      </p:sp>
      <p:pic>
        <p:nvPicPr>
          <p:cNvPr id="22" name="Picture 21">
            <a:extLst>
              <a:ext uri="{FF2B5EF4-FFF2-40B4-BE49-F238E27FC236}">
                <a16:creationId xmlns:a16="http://schemas.microsoft.com/office/drawing/2014/main" id="{45045012-0F35-2662-8C11-CC73DD706065}"/>
              </a:ext>
            </a:extLst>
          </p:cNvPr>
          <p:cNvPicPr>
            <a:picLocks noChangeAspect="1"/>
          </p:cNvPicPr>
          <p:nvPr/>
        </p:nvPicPr>
        <p:blipFill>
          <a:blip r:embed="rId8"/>
          <a:srcRect l="10214" t="1976" r="2582" b="7634"/>
          <a:stretch>
            <a:fillRect/>
          </a:stretch>
        </p:blipFill>
        <p:spPr>
          <a:xfrm>
            <a:off x="6400049" y="741499"/>
            <a:ext cx="2639176" cy="2646656"/>
          </a:xfrm>
          <a:prstGeom prst="rect">
            <a:avLst/>
          </a:prstGeom>
          <a:ln>
            <a:solidFill>
              <a:schemeClr val="accent1"/>
            </a:solidFill>
          </a:ln>
        </p:spPr>
      </p:pic>
    </p:spTree>
    <p:extLst>
      <p:ext uri="{BB962C8B-B14F-4D97-AF65-F5344CB8AC3E}">
        <p14:creationId xmlns:p14="http://schemas.microsoft.com/office/powerpoint/2010/main" val="956410636"/>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D6204-4AD3-431F-EE71-A08B6542DCD6}"/>
              </a:ext>
            </a:extLst>
          </p:cNvPr>
          <p:cNvSpPr>
            <a:spLocks noGrp="1"/>
          </p:cNvSpPr>
          <p:nvPr>
            <p:ph type="title"/>
          </p:nvPr>
        </p:nvSpPr>
        <p:spPr/>
        <p:txBody>
          <a:bodyPr/>
          <a:lstStyle/>
          <a:p>
            <a:r>
              <a:rPr lang="nl-NL" dirty="0"/>
              <a:t>Photon Statistics &amp; Estimating Emitters</a:t>
            </a:r>
            <a:endParaRPr lang="en-NL" dirty="0"/>
          </a:p>
        </p:txBody>
      </p:sp>
      <p:sp>
        <p:nvSpPr>
          <p:cNvPr id="3" name="Text Placeholder 2">
            <a:extLst>
              <a:ext uri="{FF2B5EF4-FFF2-40B4-BE49-F238E27FC236}">
                <a16:creationId xmlns:a16="http://schemas.microsoft.com/office/drawing/2014/main" id="{48A6C639-C44D-553B-FA0A-4C25705914AD}"/>
              </a:ext>
            </a:extLst>
          </p:cNvPr>
          <p:cNvSpPr>
            <a:spLocks noGrp="1"/>
          </p:cNvSpPr>
          <p:nvPr>
            <p:ph type="body" idx="1"/>
          </p:nvPr>
        </p:nvSpPr>
        <p:spPr/>
        <p:txBody>
          <a:bodyPr/>
          <a:lstStyle/>
          <a:p>
            <a:endParaRPr lang="en-NL" dirty="0"/>
          </a:p>
        </p:txBody>
      </p:sp>
      <p:pic>
        <p:nvPicPr>
          <p:cNvPr id="7" name="Picture 6">
            <a:extLst>
              <a:ext uri="{FF2B5EF4-FFF2-40B4-BE49-F238E27FC236}">
                <a16:creationId xmlns:a16="http://schemas.microsoft.com/office/drawing/2014/main" id="{A4D1D854-7A82-DA52-9C93-C06476E2CCC7}"/>
              </a:ext>
            </a:extLst>
          </p:cNvPr>
          <p:cNvPicPr>
            <a:picLocks noChangeAspect="1"/>
          </p:cNvPicPr>
          <p:nvPr/>
        </p:nvPicPr>
        <p:blipFill>
          <a:blip r:embed="rId2"/>
          <a:stretch>
            <a:fillRect/>
          </a:stretch>
        </p:blipFill>
        <p:spPr>
          <a:xfrm>
            <a:off x="1142031" y="3701502"/>
            <a:ext cx="4667901" cy="857370"/>
          </a:xfrm>
          <a:prstGeom prst="rect">
            <a:avLst/>
          </a:prstGeom>
        </p:spPr>
      </p:pic>
      <p:pic>
        <p:nvPicPr>
          <p:cNvPr id="11" name="Picture 10">
            <a:extLst>
              <a:ext uri="{FF2B5EF4-FFF2-40B4-BE49-F238E27FC236}">
                <a16:creationId xmlns:a16="http://schemas.microsoft.com/office/drawing/2014/main" id="{30C0BEDD-9B46-3759-5F0F-09CF8C833717}"/>
              </a:ext>
            </a:extLst>
          </p:cNvPr>
          <p:cNvPicPr>
            <a:picLocks noChangeAspect="1"/>
          </p:cNvPicPr>
          <p:nvPr/>
        </p:nvPicPr>
        <p:blipFill>
          <a:blip r:embed="rId3"/>
          <a:stretch>
            <a:fillRect/>
          </a:stretch>
        </p:blipFill>
        <p:spPr>
          <a:xfrm>
            <a:off x="1142031" y="4665749"/>
            <a:ext cx="5891815" cy="1200701"/>
          </a:xfrm>
          <a:prstGeom prst="rect">
            <a:avLst/>
          </a:prstGeom>
        </p:spPr>
      </p:pic>
      <p:pic>
        <p:nvPicPr>
          <p:cNvPr id="15" name="Picture 14">
            <a:extLst>
              <a:ext uri="{FF2B5EF4-FFF2-40B4-BE49-F238E27FC236}">
                <a16:creationId xmlns:a16="http://schemas.microsoft.com/office/drawing/2014/main" id="{D3B27953-F735-7225-CEBB-E881BA106D36}"/>
              </a:ext>
            </a:extLst>
          </p:cNvPr>
          <p:cNvPicPr>
            <a:picLocks noChangeAspect="1"/>
          </p:cNvPicPr>
          <p:nvPr/>
        </p:nvPicPr>
        <p:blipFill>
          <a:blip r:embed="rId4"/>
          <a:stretch>
            <a:fillRect/>
          </a:stretch>
        </p:blipFill>
        <p:spPr>
          <a:xfrm>
            <a:off x="1142031" y="2432815"/>
            <a:ext cx="8491413" cy="1268687"/>
          </a:xfrm>
          <a:prstGeom prst="rect">
            <a:avLst/>
          </a:prstGeom>
        </p:spPr>
      </p:pic>
    </p:spTree>
    <p:extLst>
      <p:ext uri="{BB962C8B-B14F-4D97-AF65-F5344CB8AC3E}">
        <p14:creationId xmlns:p14="http://schemas.microsoft.com/office/powerpoint/2010/main" val="4215444157"/>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AB50C-E9A5-B793-0B2A-B8C3650E13B6}"/>
              </a:ext>
            </a:extLst>
          </p:cNvPr>
          <p:cNvSpPr>
            <a:spLocks noGrp="1"/>
          </p:cNvSpPr>
          <p:nvPr>
            <p:ph type="title"/>
          </p:nvPr>
        </p:nvSpPr>
        <p:spPr/>
        <p:txBody>
          <a:bodyPr/>
          <a:lstStyle/>
          <a:p>
            <a:r>
              <a:rPr lang="nl-NL" dirty="0"/>
              <a:t>ISM Application</a:t>
            </a:r>
            <a:endParaRPr lang="en-NL" dirty="0"/>
          </a:p>
        </p:txBody>
      </p:sp>
      <mc:AlternateContent xmlns:mc="http://schemas.openxmlformats.org/markup-compatibility/2006" xmlns:a14="http://schemas.microsoft.com/office/drawing/2010/main">
        <mc:Choice Requires="a14">
          <p:sp>
            <p:nvSpPr>
              <p:cNvPr id="3" name="Text Placeholder 2">
                <a:extLst>
                  <a:ext uri="{FF2B5EF4-FFF2-40B4-BE49-F238E27FC236}">
                    <a16:creationId xmlns:a16="http://schemas.microsoft.com/office/drawing/2014/main" id="{F99413E5-0345-BAEB-C116-9312741F3EB6}"/>
                  </a:ext>
                </a:extLst>
              </p:cNvPr>
              <p:cNvSpPr>
                <a:spLocks noGrp="1"/>
              </p:cNvSpPr>
              <p:nvPr>
                <p:ph type="body" idx="1"/>
              </p:nvPr>
            </p:nvSpPr>
            <p:spPr/>
            <p:txBody>
              <a:bodyPr/>
              <a:lstStyle/>
              <a:p>
                <a14:m>
                  <m:oMath xmlns:m="http://schemas.openxmlformats.org/officeDocument/2006/math">
                    <m:sSub>
                      <m:sSubPr>
                        <m:ctrlPr>
                          <a:rPr lang="nl-NL" b="0" i="1" smtClean="0">
                            <a:latin typeface="Cambria Math" panose="02040503050406030204" pitchFamily="18" charset="0"/>
                          </a:rPr>
                        </m:ctrlPr>
                      </m:sSubPr>
                      <m:e>
                        <m:r>
                          <a:rPr lang="nl-NL" b="0" i="1" smtClean="0">
                            <a:latin typeface="Cambria Math" panose="02040503050406030204" pitchFamily="18" charset="0"/>
                          </a:rPr>
                          <m:t>𝜎</m:t>
                        </m:r>
                      </m:e>
                      <m:sub>
                        <m:r>
                          <a:rPr lang="nl-NL" b="0" i="1" smtClean="0">
                            <a:latin typeface="Cambria Math" panose="02040503050406030204" pitchFamily="18" charset="0"/>
                          </a:rPr>
                          <m:t>𝑙𝑎𝑠𝑒𝑟</m:t>
                        </m:r>
                      </m:sub>
                    </m:sSub>
                    <m:r>
                      <a:rPr lang="nl-NL" b="0" i="1" smtClean="0">
                        <a:latin typeface="Cambria Math" panose="02040503050406030204" pitchFamily="18" charset="0"/>
                      </a:rPr>
                      <m:t>=162</m:t>
                    </m:r>
                  </m:oMath>
                </a14:m>
                <a:r>
                  <a:rPr lang="nl-NL" dirty="0"/>
                  <a:t> nm</a:t>
                </a:r>
                <a:endParaRPr lang="en-NL" dirty="0"/>
              </a:p>
            </p:txBody>
          </p:sp>
        </mc:Choice>
        <mc:Fallback xmlns="">
          <p:sp>
            <p:nvSpPr>
              <p:cNvPr id="3" name="Text Placeholder 2">
                <a:extLst>
                  <a:ext uri="{FF2B5EF4-FFF2-40B4-BE49-F238E27FC236}">
                    <a16:creationId xmlns:a16="http://schemas.microsoft.com/office/drawing/2014/main" id="{F99413E5-0345-BAEB-C116-9312741F3EB6}"/>
                  </a:ext>
                </a:extLst>
              </p:cNvPr>
              <p:cNvSpPr>
                <a:spLocks noGrp="1" noRot="1" noChangeAspect="1" noMove="1" noResize="1" noEditPoints="1" noAdjustHandles="1" noChangeArrowheads="1" noChangeShapeType="1" noTextEdit="1"/>
              </p:cNvSpPr>
              <p:nvPr>
                <p:ph type="body" idx="1"/>
              </p:nvPr>
            </p:nvSpPr>
            <p:spPr>
              <a:blipFill>
                <a:blip r:embed="rId3"/>
                <a:stretch>
                  <a:fillRect l="-1075" t="-1958"/>
                </a:stretch>
              </a:blipFill>
            </p:spPr>
            <p:txBody>
              <a:bodyPr/>
              <a:lstStyle/>
              <a:p>
                <a:r>
                  <a:rPr lang="en-NL">
                    <a:noFill/>
                  </a:rPr>
                  <a:t> </a:t>
                </a:r>
              </a:p>
            </p:txBody>
          </p:sp>
        </mc:Fallback>
      </mc:AlternateContent>
      <p:pic>
        <p:nvPicPr>
          <p:cNvPr id="5" name="Picture 4">
            <a:extLst>
              <a:ext uri="{FF2B5EF4-FFF2-40B4-BE49-F238E27FC236}">
                <a16:creationId xmlns:a16="http://schemas.microsoft.com/office/drawing/2014/main" id="{C92D27B3-827D-C8D2-ABF8-6152DFD30CCD}"/>
              </a:ext>
            </a:extLst>
          </p:cNvPr>
          <p:cNvPicPr>
            <a:picLocks noChangeAspect="1"/>
          </p:cNvPicPr>
          <p:nvPr/>
        </p:nvPicPr>
        <p:blipFill>
          <a:blip r:embed="rId4"/>
          <a:stretch>
            <a:fillRect/>
          </a:stretch>
        </p:blipFill>
        <p:spPr>
          <a:xfrm>
            <a:off x="499207" y="2457832"/>
            <a:ext cx="7858985" cy="3490532"/>
          </a:xfrm>
          <a:prstGeom prst="rect">
            <a:avLst/>
          </a:prstGeom>
        </p:spPr>
      </p:pic>
    </p:spTree>
    <p:extLst>
      <p:ext uri="{BB962C8B-B14F-4D97-AF65-F5344CB8AC3E}">
        <p14:creationId xmlns:p14="http://schemas.microsoft.com/office/powerpoint/2010/main" val="1240803393"/>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1BC885-F9FB-3145-0531-1C7A3C9E8C0C}"/>
              </a:ext>
            </a:extLst>
          </p:cNvPr>
          <p:cNvSpPr>
            <a:spLocks noGrp="1"/>
          </p:cNvSpPr>
          <p:nvPr>
            <p:ph type="title"/>
          </p:nvPr>
        </p:nvSpPr>
        <p:spPr/>
        <p:txBody>
          <a:bodyPr/>
          <a:lstStyle/>
          <a:p>
            <a:r>
              <a:rPr lang="nl-NL" dirty="0"/>
              <a:t>Results</a:t>
            </a:r>
            <a:endParaRPr lang="en-NL" dirty="0"/>
          </a:p>
        </p:txBody>
      </p:sp>
      <p:sp>
        <p:nvSpPr>
          <p:cNvPr id="3" name="Text Placeholder 2">
            <a:extLst>
              <a:ext uri="{FF2B5EF4-FFF2-40B4-BE49-F238E27FC236}">
                <a16:creationId xmlns:a16="http://schemas.microsoft.com/office/drawing/2014/main" id="{79BCAAF2-7EAD-3CB6-3D99-F6A7F89A9971}"/>
              </a:ext>
            </a:extLst>
          </p:cNvPr>
          <p:cNvSpPr>
            <a:spLocks noGrp="1"/>
          </p:cNvSpPr>
          <p:nvPr>
            <p:ph type="body" idx="1"/>
          </p:nvPr>
        </p:nvSpPr>
        <p:spPr/>
        <p:txBody>
          <a:bodyPr/>
          <a:lstStyle/>
          <a:p>
            <a:endParaRPr lang="en-NL" dirty="0"/>
          </a:p>
        </p:txBody>
      </p:sp>
    </p:spTree>
    <p:extLst>
      <p:ext uri="{BB962C8B-B14F-4D97-AF65-F5344CB8AC3E}">
        <p14:creationId xmlns:p14="http://schemas.microsoft.com/office/powerpoint/2010/main" val="1023890469"/>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BBBD3-84F6-E8CE-CD55-149DE6FFDF3D}"/>
              </a:ext>
            </a:extLst>
          </p:cNvPr>
          <p:cNvSpPr>
            <a:spLocks noGrp="1"/>
          </p:cNvSpPr>
          <p:nvPr>
            <p:ph type="title"/>
          </p:nvPr>
        </p:nvSpPr>
        <p:spPr/>
        <p:txBody>
          <a:bodyPr/>
          <a:lstStyle/>
          <a:p>
            <a:r>
              <a:rPr lang="nl-NL" dirty="0"/>
              <a:t>Results: no noise</a:t>
            </a:r>
            <a:endParaRPr lang="en-NL" dirty="0"/>
          </a:p>
        </p:txBody>
      </p:sp>
      <p:sp>
        <p:nvSpPr>
          <p:cNvPr id="3" name="Text Placeholder 2">
            <a:extLst>
              <a:ext uri="{FF2B5EF4-FFF2-40B4-BE49-F238E27FC236}">
                <a16:creationId xmlns:a16="http://schemas.microsoft.com/office/drawing/2014/main" id="{73956FB8-3102-D06B-1B66-EF9B6E1CC9DF}"/>
              </a:ext>
            </a:extLst>
          </p:cNvPr>
          <p:cNvSpPr>
            <a:spLocks noGrp="1"/>
          </p:cNvSpPr>
          <p:nvPr>
            <p:ph type="body" idx="1"/>
          </p:nvPr>
        </p:nvSpPr>
        <p:spPr/>
        <p:txBody>
          <a:bodyPr/>
          <a:lstStyle/>
          <a:p>
            <a:endParaRPr lang="en-NL" dirty="0"/>
          </a:p>
        </p:txBody>
      </p:sp>
      <p:pic>
        <p:nvPicPr>
          <p:cNvPr id="5" name="Picture 4">
            <a:extLst>
              <a:ext uri="{FF2B5EF4-FFF2-40B4-BE49-F238E27FC236}">
                <a16:creationId xmlns:a16="http://schemas.microsoft.com/office/drawing/2014/main" id="{EE45AB74-801A-0000-9C73-53174FE8D959}"/>
              </a:ext>
            </a:extLst>
          </p:cNvPr>
          <p:cNvPicPr>
            <a:picLocks noChangeAspect="1"/>
          </p:cNvPicPr>
          <p:nvPr/>
        </p:nvPicPr>
        <p:blipFill>
          <a:blip r:embed="rId2"/>
          <a:stretch>
            <a:fillRect/>
          </a:stretch>
        </p:blipFill>
        <p:spPr>
          <a:xfrm>
            <a:off x="3718854" y="1446796"/>
            <a:ext cx="4191585" cy="4810796"/>
          </a:xfrm>
          <a:prstGeom prst="rect">
            <a:avLst/>
          </a:prstGeom>
        </p:spPr>
      </p:pic>
    </p:spTree>
    <p:extLst>
      <p:ext uri="{BB962C8B-B14F-4D97-AF65-F5344CB8AC3E}">
        <p14:creationId xmlns:p14="http://schemas.microsoft.com/office/powerpoint/2010/main" val="4177987227"/>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D4231-68BF-FD6D-E07E-B7298149D9BA}"/>
              </a:ext>
            </a:extLst>
          </p:cNvPr>
          <p:cNvSpPr>
            <a:spLocks noGrp="1"/>
          </p:cNvSpPr>
          <p:nvPr>
            <p:ph type="title"/>
          </p:nvPr>
        </p:nvSpPr>
        <p:spPr/>
        <p:txBody>
          <a:bodyPr/>
          <a:lstStyle/>
          <a:p>
            <a:r>
              <a:rPr lang="nl-NL" dirty="0"/>
              <a:t>SPAD-Specific Considerations</a:t>
            </a:r>
            <a:endParaRPr lang="en-NL" dirty="0"/>
          </a:p>
        </p:txBody>
      </p:sp>
      <p:sp>
        <p:nvSpPr>
          <p:cNvPr id="3" name="Text Placeholder 2">
            <a:extLst>
              <a:ext uri="{FF2B5EF4-FFF2-40B4-BE49-F238E27FC236}">
                <a16:creationId xmlns:a16="http://schemas.microsoft.com/office/drawing/2014/main" id="{EAB06EC5-6EDB-B164-C194-CD59D6B1CE5B}"/>
              </a:ext>
            </a:extLst>
          </p:cNvPr>
          <p:cNvSpPr>
            <a:spLocks noGrp="1"/>
          </p:cNvSpPr>
          <p:nvPr>
            <p:ph type="body" idx="1"/>
          </p:nvPr>
        </p:nvSpPr>
        <p:spPr>
          <a:xfrm>
            <a:off x="698500" y="1591900"/>
            <a:ext cx="6815992" cy="4356464"/>
          </a:xfrm>
        </p:spPr>
        <p:txBody>
          <a:bodyPr/>
          <a:lstStyle/>
          <a:p>
            <a:r>
              <a:rPr lang="nl-NL" dirty="0"/>
              <a:t>Afterpulsing: 0.1%</a:t>
            </a:r>
          </a:p>
          <a:p>
            <a:r>
              <a:rPr lang="nl-NL" dirty="0"/>
              <a:t>Crosstalk: 0.14% chance for neighbouring pixel</a:t>
            </a:r>
            <a:endParaRPr lang="en-NL" dirty="0"/>
          </a:p>
          <a:p>
            <a:r>
              <a:rPr lang="nl-NL" dirty="0"/>
              <a:t>Dark counts: 100 cps = 0.01 counts per 0.1 ms</a:t>
            </a:r>
          </a:p>
          <a:p>
            <a:r>
              <a:rPr lang="nl-NL" dirty="0"/>
              <a:t>Dead time: 50 ns</a:t>
            </a:r>
          </a:p>
          <a:p>
            <a:r>
              <a:rPr lang="nl-NL" dirty="0"/>
              <a:t>Dead time reduces max measured photons drastically, requiring a longer dwelll time or more intensity.</a:t>
            </a:r>
            <a:endParaRPr lang="en-NL" dirty="0"/>
          </a:p>
          <a:p>
            <a:endParaRPr lang="en-NL" dirty="0"/>
          </a:p>
          <a:p>
            <a:endParaRPr lang="en-NL" dirty="0"/>
          </a:p>
        </p:txBody>
      </p:sp>
      <p:pic>
        <p:nvPicPr>
          <p:cNvPr id="4" name="Picture 3">
            <a:extLst>
              <a:ext uri="{FF2B5EF4-FFF2-40B4-BE49-F238E27FC236}">
                <a16:creationId xmlns:a16="http://schemas.microsoft.com/office/drawing/2014/main" id="{77B3E01A-DB2F-8D3E-6664-B97944C67E65}"/>
              </a:ext>
            </a:extLst>
          </p:cNvPr>
          <p:cNvPicPr>
            <a:picLocks noChangeAspect="1"/>
          </p:cNvPicPr>
          <p:nvPr/>
        </p:nvPicPr>
        <p:blipFill>
          <a:blip r:embed="rId3"/>
          <a:stretch>
            <a:fillRect/>
          </a:stretch>
        </p:blipFill>
        <p:spPr>
          <a:xfrm>
            <a:off x="7756180" y="909636"/>
            <a:ext cx="4145070" cy="5341934"/>
          </a:xfrm>
          <a:prstGeom prst="rect">
            <a:avLst/>
          </a:prstGeom>
        </p:spPr>
      </p:pic>
    </p:spTree>
    <p:extLst>
      <p:ext uri="{BB962C8B-B14F-4D97-AF65-F5344CB8AC3E}">
        <p14:creationId xmlns:p14="http://schemas.microsoft.com/office/powerpoint/2010/main" val="939547466"/>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EC96F6-6BB1-3FAE-8449-5210BF99B03F}"/>
              </a:ext>
            </a:extLst>
          </p:cNvPr>
          <p:cNvSpPr>
            <a:spLocks noGrp="1"/>
          </p:cNvSpPr>
          <p:nvPr>
            <p:ph type="title"/>
          </p:nvPr>
        </p:nvSpPr>
        <p:spPr/>
        <p:txBody>
          <a:bodyPr/>
          <a:lstStyle/>
          <a:p>
            <a:r>
              <a:rPr lang="nl-NL" dirty="0"/>
              <a:t>Large FOV</a:t>
            </a:r>
            <a:endParaRPr lang="en-NL" dirty="0"/>
          </a:p>
        </p:txBody>
      </p:sp>
      <p:sp>
        <p:nvSpPr>
          <p:cNvPr id="3" name="Text Placeholder 2">
            <a:extLst>
              <a:ext uri="{FF2B5EF4-FFF2-40B4-BE49-F238E27FC236}">
                <a16:creationId xmlns:a16="http://schemas.microsoft.com/office/drawing/2014/main" id="{6F919C36-3FAE-20C3-8067-56AE049C1EBA}"/>
              </a:ext>
            </a:extLst>
          </p:cNvPr>
          <p:cNvSpPr>
            <a:spLocks noGrp="1"/>
          </p:cNvSpPr>
          <p:nvPr>
            <p:ph type="body" idx="1"/>
          </p:nvPr>
        </p:nvSpPr>
        <p:spPr/>
        <p:txBody>
          <a:bodyPr/>
          <a:lstStyle/>
          <a:p>
            <a:r>
              <a:rPr lang="nl-NL" dirty="0"/>
              <a:t>5x5, 100x100 scanning positions. 0.1 ms dwell time. Noise included</a:t>
            </a:r>
          </a:p>
          <a:p>
            <a:r>
              <a:rPr lang="nl-NL" dirty="0"/>
              <a:t>Emitter density 1</a:t>
            </a:r>
            <a:endParaRPr lang="en-NL" dirty="0"/>
          </a:p>
        </p:txBody>
      </p:sp>
      <p:pic>
        <p:nvPicPr>
          <p:cNvPr id="5" name="Picture 4">
            <a:extLst>
              <a:ext uri="{FF2B5EF4-FFF2-40B4-BE49-F238E27FC236}">
                <a16:creationId xmlns:a16="http://schemas.microsoft.com/office/drawing/2014/main" id="{9DFD2FFC-0234-4155-AF72-22FF2B8840DE}"/>
              </a:ext>
            </a:extLst>
          </p:cNvPr>
          <p:cNvPicPr>
            <a:picLocks noChangeAspect="1"/>
          </p:cNvPicPr>
          <p:nvPr/>
        </p:nvPicPr>
        <p:blipFill>
          <a:blip r:embed="rId2"/>
          <a:srcRect r="13931"/>
          <a:stretch>
            <a:fillRect/>
          </a:stretch>
        </p:blipFill>
        <p:spPr>
          <a:xfrm>
            <a:off x="4722606" y="2307694"/>
            <a:ext cx="3313809" cy="3360971"/>
          </a:xfrm>
          <a:prstGeom prst="rect">
            <a:avLst/>
          </a:prstGeom>
        </p:spPr>
      </p:pic>
      <p:pic>
        <p:nvPicPr>
          <p:cNvPr id="7" name="Picture 6">
            <a:extLst>
              <a:ext uri="{FF2B5EF4-FFF2-40B4-BE49-F238E27FC236}">
                <a16:creationId xmlns:a16="http://schemas.microsoft.com/office/drawing/2014/main" id="{1D63299B-A235-5F26-44DF-5D1381A5F51D}"/>
              </a:ext>
            </a:extLst>
          </p:cNvPr>
          <p:cNvPicPr>
            <a:picLocks noChangeAspect="1"/>
          </p:cNvPicPr>
          <p:nvPr/>
        </p:nvPicPr>
        <p:blipFill>
          <a:blip r:embed="rId3"/>
          <a:stretch>
            <a:fillRect/>
          </a:stretch>
        </p:blipFill>
        <p:spPr>
          <a:xfrm>
            <a:off x="562709" y="2283040"/>
            <a:ext cx="3965888" cy="3385625"/>
          </a:xfrm>
          <a:prstGeom prst="rect">
            <a:avLst/>
          </a:prstGeom>
        </p:spPr>
      </p:pic>
      <p:pic>
        <p:nvPicPr>
          <p:cNvPr id="9" name="Picture 8">
            <a:extLst>
              <a:ext uri="{FF2B5EF4-FFF2-40B4-BE49-F238E27FC236}">
                <a16:creationId xmlns:a16="http://schemas.microsoft.com/office/drawing/2014/main" id="{957B3084-0995-1DB6-7478-CADC49A37248}"/>
              </a:ext>
            </a:extLst>
          </p:cNvPr>
          <p:cNvPicPr>
            <a:picLocks noChangeAspect="1"/>
          </p:cNvPicPr>
          <p:nvPr/>
        </p:nvPicPr>
        <p:blipFill>
          <a:blip r:embed="rId4"/>
          <a:srcRect r="13890"/>
          <a:stretch>
            <a:fillRect/>
          </a:stretch>
        </p:blipFill>
        <p:spPr>
          <a:xfrm>
            <a:off x="8675077" y="2277932"/>
            <a:ext cx="3313809" cy="3390733"/>
          </a:xfrm>
          <a:prstGeom prst="rect">
            <a:avLst/>
          </a:prstGeom>
        </p:spPr>
      </p:pic>
      <p:sp>
        <p:nvSpPr>
          <p:cNvPr id="10" name="TextBox 9">
            <a:extLst>
              <a:ext uri="{FF2B5EF4-FFF2-40B4-BE49-F238E27FC236}">
                <a16:creationId xmlns:a16="http://schemas.microsoft.com/office/drawing/2014/main" id="{9D258E71-75FD-8A0E-4BDA-8656E8F963D1}"/>
              </a:ext>
            </a:extLst>
          </p:cNvPr>
          <p:cNvSpPr txBox="1"/>
          <p:nvPr/>
        </p:nvSpPr>
        <p:spPr>
          <a:xfrm>
            <a:off x="6970338" y="6170031"/>
            <a:ext cx="4834800" cy="369332"/>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nl-NL" dirty="0"/>
              <a:t>63 +/- 10 nm localization ; 0.96 detection rate</a:t>
            </a:r>
          </a:p>
        </p:txBody>
      </p:sp>
    </p:spTree>
    <p:extLst>
      <p:ext uri="{BB962C8B-B14F-4D97-AF65-F5344CB8AC3E}">
        <p14:creationId xmlns:p14="http://schemas.microsoft.com/office/powerpoint/2010/main" val="993652416"/>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932AE3-7572-90D6-B620-C8A40ABD8FD1}"/>
              </a:ext>
            </a:extLst>
          </p:cNvPr>
          <p:cNvSpPr>
            <a:spLocks noGrp="1"/>
          </p:cNvSpPr>
          <p:nvPr>
            <p:ph type="title"/>
          </p:nvPr>
        </p:nvSpPr>
        <p:spPr/>
        <p:txBody>
          <a:bodyPr/>
          <a:lstStyle/>
          <a:p>
            <a:r>
              <a:rPr lang="nl-NL" dirty="0"/>
              <a:t>Large FOV</a:t>
            </a:r>
            <a:endParaRPr lang="en-NL" dirty="0"/>
          </a:p>
        </p:txBody>
      </p:sp>
      <p:sp>
        <p:nvSpPr>
          <p:cNvPr id="3" name="Text Placeholder 2">
            <a:extLst>
              <a:ext uri="{FF2B5EF4-FFF2-40B4-BE49-F238E27FC236}">
                <a16:creationId xmlns:a16="http://schemas.microsoft.com/office/drawing/2014/main" id="{686D9C31-7119-61FF-3AAE-A1483BCC3A77}"/>
              </a:ext>
            </a:extLst>
          </p:cNvPr>
          <p:cNvSpPr>
            <a:spLocks noGrp="1"/>
          </p:cNvSpPr>
          <p:nvPr>
            <p:ph type="body" idx="1"/>
          </p:nvPr>
        </p:nvSpPr>
        <p:spPr>
          <a:xfrm>
            <a:off x="709250" y="1424776"/>
            <a:ext cx="10773500" cy="4356464"/>
          </a:xfrm>
        </p:spPr>
        <p:txBody>
          <a:bodyPr/>
          <a:lstStyle/>
          <a:p>
            <a:r>
              <a:rPr lang="nl-NL" dirty="0"/>
              <a:t>5x5, 100x100 scanning positions. 0.1 ms dwell time. Noise included</a:t>
            </a:r>
          </a:p>
          <a:p>
            <a:r>
              <a:rPr lang="nl-NL" dirty="0"/>
              <a:t>Emitter density: 5</a:t>
            </a:r>
          </a:p>
          <a:p>
            <a:endParaRPr lang="en-NL" dirty="0"/>
          </a:p>
        </p:txBody>
      </p:sp>
      <p:pic>
        <p:nvPicPr>
          <p:cNvPr id="7" name="Picture 6">
            <a:extLst>
              <a:ext uri="{FF2B5EF4-FFF2-40B4-BE49-F238E27FC236}">
                <a16:creationId xmlns:a16="http://schemas.microsoft.com/office/drawing/2014/main" id="{D99B98F9-DA8C-8684-89E8-21382A28DB5C}"/>
              </a:ext>
            </a:extLst>
          </p:cNvPr>
          <p:cNvPicPr>
            <a:picLocks noChangeAspect="1"/>
          </p:cNvPicPr>
          <p:nvPr/>
        </p:nvPicPr>
        <p:blipFill>
          <a:blip r:embed="rId3"/>
          <a:stretch>
            <a:fillRect/>
          </a:stretch>
        </p:blipFill>
        <p:spPr>
          <a:xfrm>
            <a:off x="89647" y="2064232"/>
            <a:ext cx="4354066" cy="3717008"/>
          </a:xfrm>
          <a:prstGeom prst="rect">
            <a:avLst/>
          </a:prstGeom>
        </p:spPr>
      </p:pic>
      <p:pic>
        <p:nvPicPr>
          <p:cNvPr id="9" name="Picture 8">
            <a:extLst>
              <a:ext uri="{FF2B5EF4-FFF2-40B4-BE49-F238E27FC236}">
                <a16:creationId xmlns:a16="http://schemas.microsoft.com/office/drawing/2014/main" id="{A869E4D4-EA59-5927-836C-B64C346236EB}"/>
              </a:ext>
            </a:extLst>
          </p:cNvPr>
          <p:cNvPicPr>
            <a:picLocks noChangeAspect="1"/>
          </p:cNvPicPr>
          <p:nvPr/>
        </p:nvPicPr>
        <p:blipFill>
          <a:blip r:embed="rId4"/>
          <a:srcRect r="13960"/>
          <a:stretch>
            <a:fillRect/>
          </a:stretch>
        </p:blipFill>
        <p:spPr>
          <a:xfrm>
            <a:off x="4462966" y="2064232"/>
            <a:ext cx="3668557" cy="3717008"/>
          </a:xfrm>
          <a:prstGeom prst="rect">
            <a:avLst/>
          </a:prstGeom>
        </p:spPr>
      </p:pic>
      <p:pic>
        <p:nvPicPr>
          <p:cNvPr id="11" name="Picture 10">
            <a:extLst>
              <a:ext uri="{FF2B5EF4-FFF2-40B4-BE49-F238E27FC236}">
                <a16:creationId xmlns:a16="http://schemas.microsoft.com/office/drawing/2014/main" id="{A44348CF-B60E-2BE4-D2E9-507E4333DA43}"/>
              </a:ext>
            </a:extLst>
          </p:cNvPr>
          <p:cNvPicPr>
            <a:picLocks noChangeAspect="1"/>
          </p:cNvPicPr>
          <p:nvPr/>
        </p:nvPicPr>
        <p:blipFill>
          <a:blip r:embed="rId5"/>
          <a:srcRect r="13090"/>
          <a:stretch>
            <a:fillRect/>
          </a:stretch>
        </p:blipFill>
        <p:spPr>
          <a:xfrm>
            <a:off x="8435950" y="2064232"/>
            <a:ext cx="3666403" cy="3717008"/>
          </a:xfrm>
          <a:prstGeom prst="rect">
            <a:avLst/>
          </a:prstGeom>
        </p:spPr>
      </p:pic>
      <p:sp>
        <p:nvSpPr>
          <p:cNvPr id="8" name="TextBox 7">
            <a:extLst>
              <a:ext uri="{FF2B5EF4-FFF2-40B4-BE49-F238E27FC236}">
                <a16:creationId xmlns:a16="http://schemas.microsoft.com/office/drawing/2014/main" id="{642E0D56-F2E2-42A0-86BF-0CEC066A7F9B}"/>
              </a:ext>
            </a:extLst>
          </p:cNvPr>
          <p:cNvSpPr txBox="1"/>
          <p:nvPr/>
        </p:nvSpPr>
        <p:spPr>
          <a:xfrm>
            <a:off x="6596771" y="6116501"/>
            <a:ext cx="4876800" cy="369332"/>
          </a:xfrm>
          <a:prstGeom prst="rect">
            <a:avLst/>
          </a:prstGeom>
          <a:ln/>
        </p:spPr>
        <p:style>
          <a:lnRef idx="2">
            <a:schemeClr val="accent1"/>
          </a:lnRef>
          <a:fillRef idx="1">
            <a:schemeClr val="lt1"/>
          </a:fillRef>
          <a:effectRef idx="0">
            <a:schemeClr val="accent1"/>
          </a:effectRef>
          <a:fontRef idx="minor">
            <a:schemeClr val="dk1"/>
          </a:fontRef>
        </p:style>
        <p:txBody>
          <a:bodyPr wrap="square">
            <a:spAutoFit/>
          </a:bodyPr>
          <a:lstStyle/>
          <a:p>
            <a:r>
              <a:rPr lang="nl-NL" dirty="0"/>
              <a:t>95 +/- 11 nm localization; 0.73 detection rate</a:t>
            </a:r>
            <a:endParaRPr lang="en-NL" dirty="0"/>
          </a:p>
        </p:txBody>
      </p:sp>
    </p:spTree>
    <p:extLst>
      <p:ext uri="{BB962C8B-B14F-4D97-AF65-F5344CB8AC3E}">
        <p14:creationId xmlns:p14="http://schemas.microsoft.com/office/powerpoint/2010/main" val="1458588244"/>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F5354-35E8-317F-523C-2DE7A1C6F803}"/>
              </a:ext>
            </a:extLst>
          </p:cNvPr>
          <p:cNvSpPr>
            <a:spLocks noGrp="1"/>
          </p:cNvSpPr>
          <p:nvPr>
            <p:ph type="title"/>
          </p:nvPr>
        </p:nvSpPr>
        <p:spPr/>
        <p:txBody>
          <a:bodyPr/>
          <a:lstStyle/>
          <a:p>
            <a:r>
              <a:rPr lang="nl-NL" dirty="0"/>
              <a:t>Large FOV localization quality</a:t>
            </a:r>
            <a:endParaRPr lang="en-NL" dirty="0"/>
          </a:p>
        </p:txBody>
      </p:sp>
      <p:sp>
        <p:nvSpPr>
          <p:cNvPr id="3" name="Text Placeholder 2">
            <a:extLst>
              <a:ext uri="{FF2B5EF4-FFF2-40B4-BE49-F238E27FC236}">
                <a16:creationId xmlns:a16="http://schemas.microsoft.com/office/drawing/2014/main" id="{11566031-EA41-B2EF-18E6-9890D42958D0}"/>
              </a:ext>
            </a:extLst>
          </p:cNvPr>
          <p:cNvSpPr>
            <a:spLocks noGrp="1"/>
          </p:cNvSpPr>
          <p:nvPr>
            <p:ph type="body" idx="1"/>
          </p:nvPr>
        </p:nvSpPr>
        <p:spPr/>
        <p:txBody>
          <a:bodyPr/>
          <a:lstStyle/>
          <a:p>
            <a:endParaRPr lang="en-NL" dirty="0"/>
          </a:p>
        </p:txBody>
      </p:sp>
      <p:sp>
        <p:nvSpPr>
          <p:cNvPr id="5" name="TextBox 4">
            <a:extLst>
              <a:ext uri="{FF2B5EF4-FFF2-40B4-BE49-F238E27FC236}">
                <a16:creationId xmlns:a16="http://schemas.microsoft.com/office/drawing/2014/main" id="{4CDB7D74-85A7-2774-006A-BA942A251463}"/>
              </a:ext>
            </a:extLst>
          </p:cNvPr>
          <p:cNvSpPr txBox="1"/>
          <p:nvPr/>
        </p:nvSpPr>
        <p:spPr>
          <a:xfrm>
            <a:off x="902677" y="2032392"/>
            <a:ext cx="6518031" cy="2031325"/>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nl-NL" dirty="0"/>
              <a:t>1 emitter / µm2</a:t>
            </a:r>
          </a:p>
          <a:p>
            <a:r>
              <a:rPr lang="nl-NL" dirty="0"/>
              <a:t>Localization: 63 ± 10 nm</a:t>
            </a:r>
          </a:p>
          <a:p>
            <a:r>
              <a:rPr lang="nl-NL" dirty="0"/>
              <a:t>Detection rate: 0.96</a:t>
            </a:r>
          </a:p>
          <a:p>
            <a:endParaRPr lang="nl-NL" dirty="0"/>
          </a:p>
          <a:p>
            <a:r>
              <a:rPr lang="nl-NL" dirty="0"/>
              <a:t>5 emitters / µm2: </a:t>
            </a:r>
          </a:p>
          <a:p>
            <a:r>
              <a:rPr lang="nl-NL" dirty="0"/>
              <a:t>Localization: 95 ± 11 nm</a:t>
            </a:r>
          </a:p>
          <a:p>
            <a:r>
              <a:rPr lang="nl-NL" dirty="0"/>
              <a:t>Detection rate: 0.73</a:t>
            </a:r>
          </a:p>
        </p:txBody>
      </p:sp>
    </p:spTree>
    <p:extLst>
      <p:ext uri="{BB962C8B-B14F-4D97-AF65-F5344CB8AC3E}">
        <p14:creationId xmlns:p14="http://schemas.microsoft.com/office/powerpoint/2010/main" val="1389462623"/>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26AFE7-4159-EEDC-3AB8-6BB3C9749B97}"/>
              </a:ext>
            </a:extLst>
          </p:cNvPr>
          <p:cNvSpPr>
            <a:spLocks noGrp="1"/>
          </p:cNvSpPr>
          <p:nvPr>
            <p:ph type="title"/>
          </p:nvPr>
        </p:nvSpPr>
        <p:spPr/>
        <p:txBody>
          <a:bodyPr/>
          <a:lstStyle/>
          <a:p>
            <a:endParaRPr lang="en-NL"/>
          </a:p>
        </p:txBody>
      </p:sp>
      <p:sp>
        <p:nvSpPr>
          <p:cNvPr id="3" name="Text Placeholder 2">
            <a:extLst>
              <a:ext uri="{FF2B5EF4-FFF2-40B4-BE49-F238E27FC236}">
                <a16:creationId xmlns:a16="http://schemas.microsoft.com/office/drawing/2014/main" id="{C27C565C-E7F9-DCF3-CCCB-89586044BBDA}"/>
              </a:ext>
            </a:extLst>
          </p:cNvPr>
          <p:cNvSpPr>
            <a:spLocks noGrp="1"/>
          </p:cNvSpPr>
          <p:nvPr>
            <p:ph type="body" idx="1"/>
          </p:nvPr>
        </p:nvSpPr>
        <p:spPr/>
        <p:txBody>
          <a:bodyPr/>
          <a:lstStyle/>
          <a:p>
            <a:endParaRPr lang="en-NL"/>
          </a:p>
        </p:txBody>
      </p:sp>
      <p:pic>
        <p:nvPicPr>
          <p:cNvPr id="5" name="Picture 4">
            <a:extLst>
              <a:ext uri="{FF2B5EF4-FFF2-40B4-BE49-F238E27FC236}">
                <a16:creationId xmlns:a16="http://schemas.microsoft.com/office/drawing/2014/main" id="{E5DEF7F2-957A-7ECE-3C16-F46E7B67AF1E}"/>
              </a:ext>
            </a:extLst>
          </p:cNvPr>
          <p:cNvPicPr>
            <a:picLocks noChangeAspect="1"/>
          </p:cNvPicPr>
          <p:nvPr/>
        </p:nvPicPr>
        <p:blipFill>
          <a:blip r:embed="rId2"/>
          <a:stretch>
            <a:fillRect/>
          </a:stretch>
        </p:blipFill>
        <p:spPr>
          <a:xfrm>
            <a:off x="474784" y="1809791"/>
            <a:ext cx="11242431" cy="3699658"/>
          </a:xfrm>
          <a:prstGeom prst="rect">
            <a:avLst/>
          </a:prstGeom>
        </p:spPr>
      </p:pic>
    </p:spTree>
    <p:extLst>
      <p:ext uri="{BB962C8B-B14F-4D97-AF65-F5344CB8AC3E}">
        <p14:creationId xmlns:p14="http://schemas.microsoft.com/office/powerpoint/2010/main" val="439584553"/>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B5CEB9-5D8B-DABA-ED9C-26F9C423014B}"/>
              </a:ext>
            </a:extLst>
          </p:cNvPr>
          <p:cNvSpPr>
            <a:spLocks noGrp="1"/>
          </p:cNvSpPr>
          <p:nvPr>
            <p:ph type="title"/>
          </p:nvPr>
        </p:nvSpPr>
        <p:spPr/>
        <p:txBody>
          <a:bodyPr/>
          <a:lstStyle/>
          <a:p>
            <a:r>
              <a:rPr lang="nl-NL" dirty="0"/>
              <a:t>Outlook</a:t>
            </a:r>
            <a:endParaRPr lang="en-NL" dirty="0"/>
          </a:p>
        </p:txBody>
      </p:sp>
      <p:sp>
        <p:nvSpPr>
          <p:cNvPr id="3" name="Text Placeholder 2">
            <a:extLst>
              <a:ext uri="{FF2B5EF4-FFF2-40B4-BE49-F238E27FC236}">
                <a16:creationId xmlns:a16="http://schemas.microsoft.com/office/drawing/2014/main" id="{C72A5C2D-9CDC-BEB8-F5E3-01733B07731D}"/>
              </a:ext>
            </a:extLst>
          </p:cNvPr>
          <p:cNvSpPr>
            <a:spLocks noGrp="1"/>
          </p:cNvSpPr>
          <p:nvPr>
            <p:ph type="body" idx="1"/>
          </p:nvPr>
        </p:nvSpPr>
        <p:spPr/>
        <p:txBody>
          <a:bodyPr/>
          <a:lstStyle/>
          <a:p>
            <a:r>
              <a:rPr lang="nl-NL" dirty="0"/>
              <a:t>Q-ISM implementation. Challenge: too low intensity =&gt; too few photons to calculate SPAD23 pixel-specific G2 values</a:t>
            </a:r>
          </a:p>
          <a:p>
            <a:r>
              <a:rPr lang="nl-NL" dirty="0"/>
              <a:t>Improving localization algorithm with ML approach instead of RSS</a:t>
            </a:r>
          </a:p>
          <a:p>
            <a:endParaRPr lang="en-NL" dirty="0"/>
          </a:p>
        </p:txBody>
      </p:sp>
      <p:pic>
        <p:nvPicPr>
          <p:cNvPr id="4" name="Picture 3">
            <a:extLst>
              <a:ext uri="{FF2B5EF4-FFF2-40B4-BE49-F238E27FC236}">
                <a16:creationId xmlns:a16="http://schemas.microsoft.com/office/drawing/2014/main" id="{5257904E-1EA4-F6C8-24A2-D35DEC36F1FF}"/>
              </a:ext>
            </a:extLst>
          </p:cNvPr>
          <p:cNvPicPr>
            <a:picLocks noChangeAspect="1"/>
          </p:cNvPicPr>
          <p:nvPr/>
        </p:nvPicPr>
        <p:blipFill>
          <a:blip r:embed="rId3"/>
          <a:stretch>
            <a:fillRect/>
          </a:stretch>
        </p:blipFill>
        <p:spPr>
          <a:xfrm>
            <a:off x="7415743" y="1788262"/>
            <a:ext cx="4077757" cy="930014"/>
          </a:xfrm>
          <a:prstGeom prst="rect">
            <a:avLst/>
          </a:prstGeom>
        </p:spPr>
      </p:pic>
    </p:spTree>
    <p:extLst>
      <p:ext uri="{BB962C8B-B14F-4D97-AF65-F5344CB8AC3E}">
        <p14:creationId xmlns:p14="http://schemas.microsoft.com/office/powerpoint/2010/main" val="1556040042"/>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631999F-7291-F3A3-D333-E560160F1A04}"/>
              </a:ext>
            </a:extLst>
          </p:cNvPr>
          <p:cNvSpPr>
            <a:spLocks noGrp="1"/>
          </p:cNvSpPr>
          <p:nvPr>
            <p:ph type="title"/>
          </p:nvPr>
        </p:nvSpPr>
        <p:spPr/>
        <p:txBody>
          <a:bodyPr/>
          <a:lstStyle/>
          <a:p>
            <a:r>
              <a:rPr lang="en-US" dirty="0"/>
              <a:t>Questions</a:t>
            </a:r>
          </a:p>
        </p:txBody>
      </p:sp>
      <p:sp>
        <p:nvSpPr>
          <p:cNvPr id="2" name="Subtitle 1">
            <a:extLst>
              <a:ext uri="{FF2B5EF4-FFF2-40B4-BE49-F238E27FC236}">
                <a16:creationId xmlns:a16="http://schemas.microsoft.com/office/drawing/2014/main" id="{BE0B960F-7C4D-9E11-E1F9-B3297730C5B4}"/>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A476545-DA1F-3BB2-ADDA-B3E5B6D4E01B}"/>
              </a:ext>
            </a:extLst>
          </p:cNvPr>
          <p:cNvSpPr>
            <a:spLocks noGrp="1"/>
          </p:cNvSpPr>
          <p:nvPr>
            <p:ph type="body" sz="quarter" idx="17"/>
          </p:nvPr>
        </p:nvSpPr>
        <p:spPr>
          <a:solidFill>
            <a:srgbClr val="0C2340"/>
          </a:solidFill>
        </p:spPr>
        <p:txBody>
          <a:bodyPr/>
          <a:lstStyle/>
          <a:p>
            <a:endParaRPr lang="en-US" dirty="0"/>
          </a:p>
        </p:txBody>
      </p:sp>
    </p:spTree>
    <p:extLst>
      <p:ext uri="{BB962C8B-B14F-4D97-AF65-F5344CB8AC3E}">
        <p14:creationId xmlns:p14="http://schemas.microsoft.com/office/powerpoint/2010/main" val="365150540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tudelft">
  <a:themeElements>
    <a:clrScheme name="TU Delft">
      <a:dk1>
        <a:srgbClr val="000000"/>
      </a:dk1>
      <a:lt1>
        <a:srgbClr val="FFFFFF"/>
      </a:lt1>
      <a:dk2>
        <a:srgbClr val="A7A7A7"/>
      </a:dk2>
      <a:lt2>
        <a:srgbClr val="535353"/>
      </a:lt2>
      <a:accent1>
        <a:srgbClr val="00A6D6"/>
      </a:accent1>
      <a:accent2>
        <a:srgbClr val="017188"/>
      </a:accent2>
      <a:accent3>
        <a:srgbClr val="EB7246"/>
      </a:accent3>
      <a:accent4>
        <a:srgbClr val="00A390"/>
      </a:accent4>
      <a:accent5>
        <a:srgbClr val="F1BE3E"/>
      </a:accent5>
      <a:accent6>
        <a:srgbClr val="C3312F"/>
      </a:accent6>
      <a:hlink>
        <a:srgbClr val="0000FF"/>
      </a:hlink>
      <a:folHlink>
        <a:srgbClr val="FF00FF"/>
      </a:folHlink>
    </a:clrScheme>
    <a:fontScheme name="TU Delft">
      <a:majorFont>
        <a:latin typeface="Calibri"/>
        <a:ea typeface="Calibri"/>
        <a:cs typeface="Calibri"/>
      </a:majorFont>
      <a:minorFont>
        <a:latin typeface="Helvetica"/>
        <a:ea typeface="Helvetica"/>
        <a:cs typeface="Helvetica"/>
      </a:minorFont>
    </a:fontScheme>
    <a:fmtScheme name="TU Delf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Arial"/>
            <a:ea typeface="Arial"/>
            <a:cs typeface="Arial"/>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extLst>
    <a:ext uri="{05A4C25C-085E-4340-85A3-A5531E510DB2}">
      <thm15:themeFamily xmlns:thm15="http://schemas.microsoft.com/office/thememl/2012/main" name="tudelft" id="{16249EAE-2ED2-465D-B312-EA5A77CE3EC0}" vid="{62D68B3F-0B46-4433-9807-E2D6DEA848D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3547</TotalTime>
  <Words>1133</Words>
  <Application>Microsoft Office PowerPoint</Application>
  <PresentationFormat>Widescreen</PresentationFormat>
  <Paragraphs>107</Paragraphs>
  <Slides>23</Slides>
  <Notes>13</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Aptos</vt:lpstr>
      <vt:lpstr>Arial</vt:lpstr>
      <vt:lpstr>Calibri</vt:lpstr>
      <vt:lpstr>Cambria Math</vt:lpstr>
      <vt:lpstr>Roboto Slab Bold</vt:lpstr>
      <vt:lpstr>Roboto Slab Regular Regular</vt:lpstr>
      <vt:lpstr>Wingdings</vt:lpstr>
      <vt:lpstr>tudelft</vt:lpstr>
      <vt:lpstr>Quantum-Enhanced Single-Molecule Localization Microscopy Using SPAD Arrays A Computational Pipeline for Super-Resolution Imaging at High Emitter Densities</vt:lpstr>
      <vt:lpstr>A limit to what we can see</vt:lpstr>
      <vt:lpstr>A limit to what we can see</vt:lpstr>
      <vt:lpstr>Single Molecule Localization Microscopy (SMLM)</vt:lpstr>
      <vt:lpstr>PowerPoint Presentation</vt:lpstr>
      <vt:lpstr>PowerPoint Presentation</vt:lpstr>
      <vt:lpstr>PowerPoint Presentation</vt:lpstr>
      <vt:lpstr>PowerPoint Presentation</vt:lpstr>
      <vt:lpstr>Single-Molecule Localization Microscopy</vt:lpstr>
      <vt:lpstr>Research goal</vt:lpstr>
      <vt:lpstr>Simulated Measurement Pipeline</vt:lpstr>
      <vt:lpstr>Localization Pipeline</vt:lpstr>
      <vt:lpstr>Photon Statistics &amp; Estimating Emitters</vt:lpstr>
      <vt:lpstr>ISM Application</vt:lpstr>
      <vt:lpstr>Results</vt:lpstr>
      <vt:lpstr>Results: no noise</vt:lpstr>
      <vt:lpstr>SPAD-Specific Considerations</vt:lpstr>
      <vt:lpstr>Large FOV</vt:lpstr>
      <vt:lpstr>Large FOV</vt:lpstr>
      <vt:lpstr>Large FOV localization quality</vt:lpstr>
      <vt:lpstr>PowerPoint Presentation</vt:lpstr>
      <vt:lpstr>Outlook</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Seminar</dc:title>
  <dc:creator>Heike Smedes</dc:creator>
  <cp:lastModifiedBy>Rens van Dam</cp:lastModifiedBy>
  <cp:revision>1</cp:revision>
  <dcterms:created xsi:type="dcterms:W3CDTF">2024-01-29T10:59:09Z</dcterms:created>
  <dcterms:modified xsi:type="dcterms:W3CDTF">2025-09-11T14:52:14Z</dcterms:modified>
</cp:coreProperties>
</file>