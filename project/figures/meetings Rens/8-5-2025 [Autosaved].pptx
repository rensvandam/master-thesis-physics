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50" autoAdjust="0"/>
    <p:restoredTop sz="94660"/>
  </p:normalViewPr>
  <p:slideViewPr>
    <p:cSldViewPr snapToGrid="0">
      <p:cViewPr>
        <p:scale>
          <a:sx n="125" d="100"/>
          <a:sy n="125" d="100"/>
        </p:scale>
        <p:origin x="624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03401-1D60-476E-99EF-843CDB1A1D56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5EB2E-DE18-4594-88EA-F3460714A13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0866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5EB2E-DE18-4594-88EA-F3460714A138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77490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C491-4317-C1F4-3747-4107330FE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EF264-0550-6CB2-CEBC-C2B0D9204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E5F56-2DEA-9AC1-6765-15622468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CBBC-E76B-FAA5-939F-C63C6649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C66B6-84F1-4C62-77FA-2F9CE560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373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37F1-0DAA-CF80-94BA-9541DF2B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D0CDE-8594-0F7D-9FD4-0F842CDAF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DB16C-7672-4E68-2E1E-73BA7D2E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08410-D242-0AE6-54B3-1CF7B2B1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60A21-28A2-BF0F-A43D-BD0493F8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800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C523-2C65-C00C-F88B-797997AD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1F4D-580E-90C6-AD68-5691ACEF5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4205B-796E-9A5A-5B10-2DC4DD03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DE916-ECBF-1B66-3F24-F149EFAC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56A1E-76C2-C4CE-2992-EEF810DD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6354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5511-271C-2256-9055-2AB10882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27F4E-A30B-67B3-D9BD-3FA710D86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80398-C6FA-E6B8-3997-E1ECD7715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16E7E-B720-7793-7AD9-248EFD6D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F4550-3312-825F-3B26-6AB9216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0FFD6-5485-26DF-6F27-2B3E609C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082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7FDE-B161-21C7-53B9-C77FABDB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88FA2-96F5-D09F-B0B5-3799A68EB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1E2DA-F278-8ABD-4D97-7E0A32D45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08586-091C-943B-8DEE-5FCF9706D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44D15-3B56-6DE5-8209-370FDA211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8AF52-8E3D-B6E3-AB51-B9FE53FE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9B1AD-1AA0-598E-6754-89BE430B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186D2-BA07-1FE8-44F6-C17A7522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582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F5B1-1590-35BD-EF51-196A7D6A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9979B-1515-9708-3C0A-6A49F1F3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9ECDC-931E-3374-60F9-D6EDC042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C1A02-EC69-5E7C-AE7B-7CCED489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0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2AD3B-1A35-4F64-04E2-7690FD8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4922E-0766-91C3-112A-E8A82C31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359D5-FE0C-DC6B-09F8-6E7E59A2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104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06F1-3927-22CC-F23C-BFA36E997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BE366-26CA-7561-E5EA-F3E87EBAE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73991-19BF-1147-B20B-0A63E9D7D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70D32-D826-DE9B-B914-A9D4673A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BDF2B-0D2F-972B-DFBE-4EDC2B13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0B03-BA7F-B10B-CBF3-BEEE1741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30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D90F-E2AE-BE33-7EDF-A40AB435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F310A-5CA3-0A66-3AA7-2AB1A25C62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2D737-8658-CDC1-0CA6-99625F7BA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2C915-A06D-1D34-FE22-A51EA512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68F37-58B8-E42A-78D8-6A50629B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474FC-573B-788C-C473-A4685A15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164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D2A4-287C-0310-8CB2-4BAA41D3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DEAD6-12FD-E53C-F290-27B3BC9BD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1490D-5E52-ED22-0138-551DBA9F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D7086-C106-BF7F-8C56-56E6BB64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4747F-CEF7-6443-CA0D-5B9F8A47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542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994F9-FF9F-52CF-E473-C2715F2AF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508ED-E9C2-E721-042C-E972F1DE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8F3D0-FF93-EBA9-B6DF-415A7FD0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25508-08D7-AB27-193E-4EEBF273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3D678-3181-03D6-5AF4-0ECF31CF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283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33DD67-32F0-59BC-38D1-E53CCBDB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DD821-F31A-02EC-850A-181037C6C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A1C5-6D56-3738-7B8B-90375D7B7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BD2E2-BDBF-4AE5-9BDA-02ED33A1C5B7}" type="datetimeFigureOut">
              <a:rPr lang="en-NL" smtClean="0"/>
              <a:t>14/05/2025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6AB6A-1FC7-265B-E8EA-ACA5C988E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3A35-ECAE-36DB-1758-D17B3FE2E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DC602-67F3-4D3C-886D-7ED9A3EFB5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3822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10CE-233D-9ADB-A5E3-409D3AA2F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8/5/25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CF52D-6225-1C3B-64B5-5BE427D18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70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83E5-00F8-87CC-3174-BE4A7D0F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Comparison PSF I_confocal, I_ISM, G_d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C58E-17A0-6668-B61E-9F581485F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AEC8B-C8B0-7A80-C99A-3F73CF2EE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883" y="1488534"/>
            <a:ext cx="5202117" cy="500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9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F192-4767-BFD1-4AE8-EE4819E5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D3FC9-90D3-557B-98C8-F5A2408B5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DF21C-1FAC-C5EA-9526-A6509503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1" y="1690688"/>
            <a:ext cx="11584017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9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E12E-3AEB-9943-5264-D9D1F25D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56DF6-AD5F-4C9F-03BD-42086B15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A536D-53AF-791A-FE6D-CC240A59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190069"/>
            <a:ext cx="7001852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5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485A-2A3E-EDE2-D7C0-E6299145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Fixed issue that caused very high g2(0)/G2(0) at places that had contributions from emitters at the same distance from 2+ emitters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B178-7CA5-B0D8-88E8-282096A92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382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D26D-548D-E958-5746-5BB44ADF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Uniform filter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8ECC-16EB-FE4E-D68A-FF9740FC0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FC82A-9A1D-1496-7125-D0559CF1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51" y="1690688"/>
            <a:ext cx="11121029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2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7D83-2549-734E-1978-ADCF5DFE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F9B1B-AA66-E0F4-A932-567FBBA26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7A88C-23B0-8C1F-150D-46864D1AD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2161349"/>
            <a:ext cx="10938933" cy="36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9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0B50-B624-CD4C-EB56-5803146B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2A6D1-2275-4696-74FE-DBC47354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0BA23-F298-E453-84DB-4A638F92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7" y="543649"/>
            <a:ext cx="10163822" cy="609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6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ED5E-00A6-4E41-1C9B-CBCB372F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Algorithm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0975E-9AF5-C415-7F15-EF7C50F5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Test: 5 emitters / um^2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1066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26E3-1249-002C-54EF-54D53356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5AF7-3D52-58D3-C39A-5807C4B6F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CDF86-CA18-B8B0-3D89-BC4AB050A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93" y="1396243"/>
            <a:ext cx="11564964" cy="3105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31DF1A-2AA8-AA89-A63E-B728EDE05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25" y="4866951"/>
            <a:ext cx="2868253" cy="199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5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44B2-6B29-9C20-1D86-66084914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B0EC8-1356-978D-FD33-9C564499A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Problem: even an error of 1 emitter messes</a:t>
            </a:r>
          </a:p>
          <a:p>
            <a:pPr marL="0" indent="0">
              <a:buNone/>
            </a:pPr>
            <a:r>
              <a:rPr lang="nl-NL" dirty="0"/>
              <a:t>	up the reconstruction completely.</a:t>
            </a:r>
          </a:p>
          <a:p>
            <a:r>
              <a:rPr lang="nl-NL" dirty="0"/>
              <a:t>Solution: vary estimated number of emitters per</a:t>
            </a:r>
          </a:p>
          <a:p>
            <a:pPr marL="457200" lvl="1" indent="0">
              <a:buNone/>
            </a:pPr>
            <a:r>
              <a:rPr lang="nl-NL" dirty="0"/>
              <a:t>ROI with 1 or 2.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86217-162B-29CF-7B15-C8CFCAE95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3761805"/>
            <a:ext cx="5024419" cy="20029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2EDABD-BFD7-162F-74F1-B463AF253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192" y="476250"/>
            <a:ext cx="2775608" cy="5619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FEE8AF-2DB2-56F8-9F11-07BAD47EE52C}"/>
              </a:ext>
            </a:extLst>
          </p:cNvPr>
          <p:cNvSpPr txBox="1"/>
          <p:nvPr/>
        </p:nvSpPr>
        <p:spPr>
          <a:xfrm rot="10800000" flipH="1" flipV="1">
            <a:off x="8652455" y="6002982"/>
            <a:ext cx="2520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^ One too few messes up the optimization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60387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2F1A-62C2-40EB-9B79-9009A960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8D236-BF3B-7A61-826C-8C567E324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But: 1 more gives very good reconstruction.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90AF6-9060-C47A-075B-5410F7F4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170" y="2335866"/>
            <a:ext cx="6254700" cy="41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4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A3A4-B467-BEFC-0BE4-1881E5F4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8BBE-333E-1349-63F2-008F36B6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27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C333-8AC3-9527-B1A4-395ED965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Larger field of view?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C936-991E-64CE-E435-D2223712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CEDED-6FEA-3D34-1AD5-BFFEC43D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45" y="2466975"/>
            <a:ext cx="4902477" cy="3935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A8F3CB-0354-361E-4BE3-DCD5F4079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40" y="2390775"/>
            <a:ext cx="477936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68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0EE0-821F-2DA0-2545-8AE7D4F2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668125" cy="1325563"/>
          </a:xfrm>
        </p:spPr>
        <p:txBody>
          <a:bodyPr>
            <a:normAutofit/>
          </a:bodyPr>
          <a:lstStyle/>
          <a:p>
            <a:r>
              <a:rPr lang="nl-NL" sz="4000" dirty="0"/>
              <a:t>Problem: too large ROI =&gt; underestimation of n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31C2-DF58-A9D6-1B73-1A4F41FB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4778-C31C-ADBD-B1B3-6184F5C1F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4125750"/>
            <a:ext cx="3170130" cy="2732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C46CE-00CB-BDE7-3281-F5F872DB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002" y="2409823"/>
            <a:ext cx="7485082" cy="4448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6D37D-7295-B3E4-BFF9-8D4E7E0401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3" t="2624" b="4558"/>
          <a:stretch/>
        </p:blipFill>
        <p:spPr>
          <a:xfrm rot="16200000">
            <a:off x="1534051" y="1723614"/>
            <a:ext cx="2309813" cy="23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88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05AD-A4A4-D62F-C623-B080F7BD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Todo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484A-8DCF-23B1-ED25-1C7FE9496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nl-NL" dirty="0"/>
              <a:t>Add noise to test images</a:t>
            </a:r>
          </a:p>
          <a:p>
            <a:pPr marL="514350" indent="-514350">
              <a:buAutoNum type="arabicPeriod"/>
            </a:pPr>
            <a:r>
              <a:rPr lang="nl-NL" dirty="0"/>
              <a:t>How to benchmark better?</a:t>
            </a:r>
          </a:p>
          <a:p>
            <a:pPr marL="514350" indent="-514350">
              <a:buAutoNum type="arabicPeriod"/>
            </a:pPr>
            <a:r>
              <a:rPr lang="nl-NL" dirty="0"/>
              <a:t>Make smaller ROI’s for large field of views? (more than 1x1 um)</a:t>
            </a:r>
          </a:p>
          <a:p>
            <a:pPr marL="514350" indent="-514350">
              <a:buAutoNum type="arabicPeriod"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6613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12087</TotalTime>
  <Words>139</Words>
  <Application>Microsoft Office PowerPoint</Application>
  <PresentationFormat>Widescreen</PresentationFormat>
  <Paragraphs>19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8/5/25</vt:lpstr>
      <vt:lpstr>Comparison PSF I_confocal, I_ISM, G_d</vt:lpstr>
      <vt:lpstr>PowerPoint Presentation</vt:lpstr>
      <vt:lpstr>PowerPoint Presentation</vt:lpstr>
      <vt:lpstr>Fixed issue that caused very high g2(0)/G2(0) at places that had contributions from emitters at the same distance from 2+ emitters</vt:lpstr>
      <vt:lpstr>Uniform filter</vt:lpstr>
      <vt:lpstr>PowerPoint Presentation</vt:lpstr>
      <vt:lpstr>PowerPoint Presentation</vt:lpstr>
      <vt:lpstr>Algorithm </vt:lpstr>
      <vt:lpstr>PowerPoint Presentation</vt:lpstr>
      <vt:lpstr>PowerPoint Presentation</vt:lpstr>
      <vt:lpstr>PowerPoint Presentation</vt:lpstr>
      <vt:lpstr>PowerPoint Presentation</vt:lpstr>
      <vt:lpstr>Larger field of view?</vt:lpstr>
      <vt:lpstr>Problem: too large ROI =&gt; underestimation of n</vt:lpstr>
      <vt:lpstr>Todo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8</cp:revision>
  <dcterms:created xsi:type="dcterms:W3CDTF">2025-05-01T11:54:04Z</dcterms:created>
  <dcterms:modified xsi:type="dcterms:W3CDTF">2025-05-15T07:49:57Z</dcterms:modified>
</cp:coreProperties>
</file>