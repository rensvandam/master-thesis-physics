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956413-DAE8-49C6-8BD6-5866175AC636}" v="1" dt="2025-06-19T08:06:39.0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s van Dam" userId="cbbfe1f2-c982-4950-8b62-7b9019e18432" providerId="ADAL" clId="{C5956413-DAE8-49C6-8BD6-5866175AC636}"/>
    <pc:docChg chg="custSel modSld">
      <pc:chgData name="Rens van Dam" userId="cbbfe1f2-c982-4950-8b62-7b9019e18432" providerId="ADAL" clId="{C5956413-DAE8-49C6-8BD6-5866175AC636}" dt="2025-06-24T07:51:13.772" v="251" actId="1076"/>
      <pc:docMkLst>
        <pc:docMk/>
      </pc:docMkLst>
      <pc:sldChg chg="modSp mod">
        <pc:chgData name="Rens van Dam" userId="cbbfe1f2-c982-4950-8b62-7b9019e18432" providerId="ADAL" clId="{C5956413-DAE8-49C6-8BD6-5866175AC636}" dt="2025-06-24T07:51:13.772" v="251" actId="1076"/>
        <pc:sldMkLst>
          <pc:docMk/>
          <pc:sldMk cId="4288836334" sldId="261"/>
        </pc:sldMkLst>
        <pc:picChg chg="mod">
          <ac:chgData name="Rens van Dam" userId="cbbfe1f2-c982-4950-8b62-7b9019e18432" providerId="ADAL" clId="{C5956413-DAE8-49C6-8BD6-5866175AC636}" dt="2025-06-24T07:51:13.772" v="251" actId="1076"/>
          <ac:picMkLst>
            <pc:docMk/>
            <pc:sldMk cId="4288836334" sldId="261"/>
            <ac:picMk id="9" creationId="{D380BA55-65B8-C122-A1E2-629458ED7500}"/>
          </ac:picMkLst>
        </pc:picChg>
      </pc:sldChg>
      <pc:sldChg chg="addSp delSp modSp mod">
        <pc:chgData name="Rens van Dam" userId="cbbfe1f2-c982-4950-8b62-7b9019e18432" providerId="ADAL" clId="{C5956413-DAE8-49C6-8BD6-5866175AC636}" dt="2025-06-19T08:07:44.075" v="250" actId="1076"/>
        <pc:sldMkLst>
          <pc:docMk/>
          <pc:sldMk cId="4015760998" sldId="262"/>
        </pc:sldMkLst>
        <pc:spChg chg="mod">
          <ac:chgData name="Rens van Dam" userId="cbbfe1f2-c982-4950-8b62-7b9019e18432" providerId="ADAL" clId="{C5956413-DAE8-49C6-8BD6-5866175AC636}" dt="2025-06-19T08:06:08.494" v="79" actId="20577"/>
          <ac:spMkLst>
            <pc:docMk/>
            <pc:sldMk cId="4015760998" sldId="262"/>
            <ac:spMk id="3" creationId="{EF900AFF-D362-D51C-5235-0630AB1B0E36}"/>
          </ac:spMkLst>
        </pc:spChg>
        <pc:spChg chg="add mod">
          <ac:chgData name="Rens van Dam" userId="cbbfe1f2-c982-4950-8b62-7b9019e18432" providerId="ADAL" clId="{C5956413-DAE8-49C6-8BD6-5866175AC636}" dt="2025-06-19T08:07:44.075" v="250" actId="1076"/>
          <ac:spMkLst>
            <pc:docMk/>
            <pc:sldMk cId="4015760998" sldId="262"/>
            <ac:spMk id="14" creationId="{1A6971FD-F72F-027A-B286-4CBCF5EF2D2F}"/>
          </ac:spMkLst>
        </pc:spChg>
        <pc:picChg chg="add mod">
          <ac:chgData name="Rens van Dam" userId="cbbfe1f2-c982-4950-8b62-7b9019e18432" providerId="ADAL" clId="{C5956413-DAE8-49C6-8BD6-5866175AC636}" dt="2025-06-19T08:05:35.344" v="64" actId="14100"/>
          <ac:picMkLst>
            <pc:docMk/>
            <pc:sldMk cId="4015760998" sldId="262"/>
            <ac:picMk id="9" creationId="{3C77A9D1-469B-6779-5D17-B185F7970AEF}"/>
          </ac:picMkLst>
        </pc:picChg>
        <pc:picChg chg="add mod">
          <ac:chgData name="Rens van Dam" userId="cbbfe1f2-c982-4950-8b62-7b9019e18432" providerId="ADAL" clId="{C5956413-DAE8-49C6-8BD6-5866175AC636}" dt="2025-06-19T08:05:32.953" v="63" actId="14100"/>
          <ac:picMkLst>
            <pc:docMk/>
            <pc:sldMk cId="4015760998" sldId="262"/>
            <ac:picMk id="11" creationId="{4F59B616-0E07-519B-29E7-D47B54E4FF03}"/>
          </ac:picMkLst>
        </pc:picChg>
        <pc:picChg chg="add mod">
          <ac:chgData name="Rens van Dam" userId="cbbfe1f2-c982-4950-8b62-7b9019e18432" providerId="ADAL" clId="{C5956413-DAE8-49C6-8BD6-5866175AC636}" dt="2025-06-19T08:05:39.673" v="65" actId="14100"/>
          <ac:picMkLst>
            <pc:docMk/>
            <pc:sldMk cId="4015760998" sldId="262"/>
            <ac:picMk id="13" creationId="{51BEC73D-710A-2F83-9043-3B62733413C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B9BB6-D74E-4053-A5EA-ACC4BD40346E}" type="datetimeFigureOut">
              <a:rPr lang="en-NL" smtClean="0"/>
              <a:t>24/06/2025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59F0C-1F0F-459F-A676-5E5E59BA6BE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09836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Localization error: the residuals of the final localization setup (average)</a:t>
            </a:r>
          </a:p>
          <a:p>
            <a:r>
              <a:rPr lang="nl-NL" dirty="0"/>
              <a:t>Detection performance: shows the average number of detected emitters vs the ground truth number of emitters.</a:t>
            </a:r>
          </a:p>
          <a:p>
            <a:r>
              <a:rPr lang="nl-NL" dirty="0"/>
              <a:t>Localization distance: the average distance to the ground truth locations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59F0C-1F0F-459F-A676-5E5E59BA6BE3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69494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59F0C-1F0F-459F-A676-5E5E59BA6BE3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57815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79075-CBA5-C134-582F-63FD1E44B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3C5B4A-5043-F7A0-098B-678EEF080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B6303-ACD1-EB47-C23F-C2AA054B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0863-83B3-45C2-970E-5788C159E272}" type="datetimeFigureOut">
              <a:rPr lang="en-NL" smtClean="0"/>
              <a:t>24/06/2025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B28F1-27D5-38B4-62CE-33BA1BE5C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B46FF-B478-25A8-F987-727EB6920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80BF-5879-4105-844E-18146AAAF0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24418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623A9-2333-EDE5-5194-53D1459A5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67B99-B994-82A0-20F3-269A36E64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D7F74-CAB8-888E-B81A-762DFF4F6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0863-83B3-45C2-970E-5788C159E272}" type="datetimeFigureOut">
              <a:rPr lang="en-NL" smtClean="0"/>
              <a:t>24/06/2025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94A34-036F-7D07-CC12-2874594BC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75228-0209-CB21-F007-08D3C7A8D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80BF-5879-4105-844E-18146AAAF0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85387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29DDC-97BE-4887-D10C-CA17828B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A3253-1B7A-755C-58C8-EA83CDBAB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5BAC3-E5E2-1E15-F303-8E16673E2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0863-83B3-45C2-970E-5788C159E272}" type="datetimeFigureOut">
              <a:rPr lang="en-NL" smtClean="0"/>
              <a:t>24/06/2025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2B8D8-8C6A-5A85-6A0F-6A9CBD271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FB9B4-D2A7-EE36-1A1C-9FF1F4F7B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80BF-5879-4105-844E-18146AAAF0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15534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7BF2A-3142-6576-E543-4B96B69D4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CFB45-ED53-FECD-6F4A-9A5F4A5B5D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94DDF-8828-D1E9-3853-F1923150C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51F11-781D-BAE4-3044-E6872932A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0863-83B3-45C2-970E-5788C159E272}" type="datetimeFigureOut">
              <a:rPr lang="en-NL" smtClean="0"/>
              <a:t>24/06/2025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520C9-44E1-3791-4036-F5A46C44A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C4E2E-E4BC-C518-31C7-C0F976D92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80BF-5879-4105-844E-18146AAAF0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8254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D0437-3149-E61A-3761-17AA7F5EE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162BD-C334-4405-CCEA-71FE666DB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30E85C-3722-345F-9B7E-AA7E11E98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219C2D-A644-CECB-8FBA-5792C8A335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265B74-C683-87EF-33C3-325C4C48E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E29697-71FF-BA2E-1071-704AD89AA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0863-83B3-45C2-970E-5788C159E272}" type="datetimeFigureOut">
              <a:rPr lang="en-NL" smtClean="0"/>
              <a:t>24/06/2025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83BDD3-E395-1221-7B0A-8F01E63A4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341886-30FF-BCF8-95DA-221C16C26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80BF-5879-4105-844E-18146AAAF0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85266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713DC-4020-2C7F-5CB6-3CF824607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FA745A-EEA5-007B-32C3-971B0F751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0863-83B3-45C2-970E-5788C159E272}" type="datetimeFigureOut">
              <a:rPr lang="en-NL" smtClean="0"/>
              <a:t>24/06/2025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3ADABD-32B2-E282-B5F1-39A57C1EB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A376D-755A-186E-5AD7-B6B493897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80BF-5879-4105-844E-18146AAAF0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71551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1F4193-C6D9-5F03-EF4F-BBB8FA116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0863-83B3-45C2-970E-5788C159E272}" type="datetimeFigureOut">
              <a:rPr lang="en-NL" smtClean="0"/>
              <a:t>24/06/2025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0A127B-6865-960F-E0D5-E77B7065F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C5B10-AB9B-B45A-2420-7301F7E93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80BF-5879-4105-844E-18146AAAF0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02582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A5AB0-C233-5643-EB9D-C7B23F794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C27EB-B72F-5433-03BF-832A407ED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8AB40-9A99-1E8B-BAC0-C51E4A241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FD5A2-F26C-D876-AC4D-CD5A9E38C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0863-83B3-45C2-970E-5788C159E272}" type="datetimeFigureOut">
              <a:rPr lang="en-NL" smtClean="0"/>
              <a:t>24/06/2025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88B06-E533-B1B9-9980-DA97403F5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C37D6-0880-919E-4E88-4834BB7B2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80BF-5879-4105-844E-18146AAAF0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18731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3A6F0-75BB-37DA-6202-204983304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BDB7A0-D0C6-0362-A28B-331FC0CB3D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740875-04F1-B4F7-D399-9C20FBEB1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C7980-9395-CBB2-C234-FE499857D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0863-83B3-45C2-970E-5788C159E272}" type="datetimeFigureOut">
              <a:rPr lang="en-NL" smtClean="0"/>
              <a:t>24/06/2025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4E51A-3E33-E0F8-E76D-0AEC06F58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3C1DB-FBCF-15A3-0B60-4599CA983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80BF-5879-4105-844E-18146AAAF0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68580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202E-EA22-8EDA-E986-6A16D0676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D2BCD4-DD8B-B999-B29B-921CC2249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11D02-D4E2-7F6A-C2FC-89AB52699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0863-83B3-45C2-970E-5788C159E272}" type="datetimeFigureOut">
              <a:rPr lang="en-NL" smtClean="0"/>
              <a:t>24/06/2025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63AE0-09B7-BB75-39F0-D54D701C9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49E66-63CD-1613-F7D5-C1CC06243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80BF-5879-4105-844E-18146AAAF0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76353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BF097E-E290-D1C7-F3C8-CE3DEABE5C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4C65D8-1FC9-B7C9-16D6-34B429250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9DE34-0FC4-1245-1591-5C67EB827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0863-83B3-45C2-970E-5788C159E272}" type="datetimeFigureOut">
              <a:rPr lang="en-NL" smtClean="0"/>
              <a:t>24/06/2025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44651-8FFF-0495-1F60-52EAEC886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C2D44-924E-7CB8-E02E-6680BEF5F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80BF-5879-4105-844E-18146AAAF0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01350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408B73-85F4-3B8C-7F33-2AA53B6D0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637C12-0E3A-3D65-1373-0A14EED9E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76764-F6EC-C094-A3C8-4FCB3D62C0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A40863-83B3-45C2-970E-5788C159E272}" type="datetimeFigureOut">
              <a:rPr lang="en-NL" smtClean="0"/>
              <a:t>24/06/2025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867D0-8383-DE96-743F-F8DC43262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190F6-3453-4A55-A079-B870623B5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FF80BF-5879-4105-844E-18146AAAF0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1387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72E60-D0C9-0BEA-CCB9-67D3DF21DF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19-6-25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DABBD9-8AD9-8A43-E3B4-7DF1450DA3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61410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D971F-712D-4347-E73A-ACDB6CE58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Sim: 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7E70C-2AE7-72BC-276D-B865B4722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0.5x0.5 um, 10x10 pixels</a:t>
            </a:r>
          </a:p>
          <a:p>
            <a:r>
              <a:rPr lang="nl-NL" dirty="0"/>
              <a:t>50 repetitions for each combination of (laser intensity, emitter density)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37193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602B3-B4CE-12C7-FC65-939255B97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Example image</a:t>
            </a:r>
            <a:br>
              <a:rPr lang="nl-NL" dirty="0"/>
            </a:br>
            <a:r>
              <a:rPr lang="nl-NL" sz="1800" dirty="0"/>
              <a:t>300kW power, 10 emitters/um^2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ADF51-3AA1-0839-8772-A7FBFB823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	     Intensity image					G2 image</a:t>
            </a:r>
            <a:endParaRPr lang="en-N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AB35A9-9848-893D-E886-97F94B9E2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" y="2408794"/>
            <a:ext cx="4190231" cy="42161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886DC10-A93E-F7CA-E1BB-6A71C393D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529" y="2408794"/>
            <a:ext cx="4190231" cy="421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39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2B8BD-1F5F-F1B7-D60A-FD5E75AB8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C7CBD-1E01-9B06-E163-D403511D7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AE0E92-E071-B136-36F8-EC7B0E653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904" y="230528"/>
            <a:ext cx="4583304" cy="63969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477335-504F-A2AA-6544-953952779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02" y="1622955"/>
            <a:ext cx="5613925" cy="344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41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9491E-22A8-4895-B9C5-0CF0B4CF6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Larger run	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62D3C-7B34-6192-91C0-5263AA350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Emitter densities 5, 10, 20 emitters per square micrometer</a:t>
            </a:r>
          </a:p>
          <a:p>
            <a:r>
              <a:rPr lang="nl-NL" dirty="0"/>
              <a:t>50-300 kW laser power</a:t>
            </a:r>
          </a:p>
          <a:p>
            <a:r>
              <a:rPr lang="nl-NL" dirty="0"/>
              <a:t>25 simulations per combination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0815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7CBCC-C2C5-DEBB-BDD0-6EE94062D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2947E-3494-1E02-2A2E-0DF187006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80BA55-65B8-C122-A1E2-629458ED7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" y="2221442"/>
            <a:ext cx="11325225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836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28B91-58BD-419F-2BD6-1D39A71C4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00AFF-D362-D51C-5235-0630AB1B0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        5 emitters			10 emitters			20 emitters</a:t>
            </a:r>
          </a:p>
          <a:p>
            <a:pPr marL="0" indent="0">
              <a:buNone/>
            </a:pPr>
            <a:endParaRPr lang="en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77A9D1-469B-6779-5D17-B185F7970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66963"/>
            <a:ext cx="3568475" cy="35684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59B616-0E07-519B-29E7-D47B54E4F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5960" y="2366963"/>
            <a:ext cx="3568475" cy="35684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BEC73D-710A-2F83-9043-3B62733413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6964" y="2366963"/>
            <a:ext cx="3621912" cy="381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6971FD-F72F-027A-B286-4CBCF5EF2D2F}"/>
              </a:ext>
            </a:extLst>
          </p:cNvPr>
          <p:cNvSpPr txBox="1"/>
          <p:nvPr/>
        </p:nvSpPr>
        <p:spPr>
          <a:xfrm>
            <a:off x="3134938" y="6153610"/>
            <a:ext cx="6310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For 20 emitters, the localization distance (distance to nearest ground truth emitter) is large overestimation of accuracy.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015760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144</Words>
  <Application>Microsoft Office PowerPoint</Application>
  <PresentationFormat>Widescreen</PresentationFormat>
  <Paragraphs>17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19-6-25</vt:lpstr>
      <vt:lpstr>Sim: </vt:lpstr>
      <vt:lpstr>Example image 300kW power, 10 emitters/um^2</vt:lpstr>
      <vt:lpstr>PowerPoint Presentation</vt:lpstr>
      <vt:lpstr>Larger run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Dam, P.S. van (Rens)</dc:creator>
  <cp:lastModifiedBy>Rens van Dam</cp:lastModifiedBy>
  <cp:revision>1</cp:revision>
  <dcterms:created xsi:type="dcterms:W3CDTF">2025-06-18T08:17:18Z</dcterms:created>
  <dcterms:modified xsi:type="dcterms:W3CDTF">2025-06-24T07:51:24Z</dcterms:modified>
</cp:coreProperties>
</file>