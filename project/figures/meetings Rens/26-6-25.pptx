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6" r:id="rId11"/>
    <p:sldId id="265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5E0D58-D652-48A5-921C-F6ED680F6626}" v="9" dt="2025-06-26T08:00:00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s van Dam" userId="cbbfe1f2-c982-4950-8b62-7b9019e18432" providerId="ADAL" clId="{475E0D58-D652-48A5-921C-F6ED680F6626}"/>
    <pc:docChg chg="undo custSel addSld delSld modSld sldOrd">
      <pc:chgData name="Rens van Dam" userId="cbbfe1f2-c982-4950-8b62-7b9019e18432" providerId="ADAL" clId="{475E0D58-D652-48A5-921C-F6ED680F6626}" dt="2025-07-16T13:17:55.900" v="1954" actId="20577"/>
      <pc:docMkLst>
        <pc:docMk/>
      </pc:docMkLst>
      <pc:sldChg chg="modSp mod">
        <pc:chgData name="Rens van Dam" userId="cbbfe1f2-c982-4950-8b62-7b9019e18432" providerId="ADAL" clId="{475E0D58-D652-48A5-921C-F6ED680F6626}" dt="2025-06-19T14:41:52.088" v="458" actId="20577"/>
        <pc:sldMkLst>
          <pc:docMk/>
          <pc:sldMk cId="3565328351" sldId="257"/>
        </pc:sldMkLst>
        <pc:spChg chg="mod">
          <ac:chgData name="Rens van Dam" userId="cbbfe1f2-c982-4950-8b62-7b9019e18432" providerId="ADAL" clId="{475E0D58-D652-48A5-921C-F6ED680F6626}" dt="2025-06-19T14:41:52.088" v="458" actId="20577"/>
          <ac:spMkLst>
            <pc:docMk/>
            <pc:sldMk cId="3565328351" sldId="257"/>
            <ac:spMk id="3" creationId="{94CB54AB-591C-B2D0-9590-AC19CE56E6C4}"/>
          </ac:spMkLst>
        </pc:spChg>
      </pc:sldChg>
      <pc:sldChg chg="modSp mod">
        <pc:chgData name="Rens van Dam" userId="cbbfe1f2-c982-4950-8b62-7b9019e18432" providerId="ADAL" clId="{475E0D58-D652-48A5-921C-F6ED680F6626}" dt="2025-06-19T13:53:23.911" v="53" actId="20577"/>
        <pc:sldMkLst>
          <pc:docMk/>
          <pc:sldMk cId="800424350" sldId="260"/>
        </pc:sldMkLst>
        <pc:spChg chg="mod">
          <ac:chgData name="Rens van Dam" userId="cbbfe1f2-c982-4950-8b62-7b9019e18432" providerId="ADAL" clId="{475E0D58-D652-48A5-921C-F6ED680F6626}" dt="2025-06-19T13:53:23.911" v="53" actId="20577"/>
          <ac:spMkLst>
            <pc:docMk/>
            <pc:sldMk cId="800424350" sldId="260"/>
            <ac:spMk id="3" creationId="{D93A522A-8F24-5174-8805-341FD76B4B2B}"/>
          </ac:spMkLst>
        </pc:spChg>
      </pc:sldChg>
      <pc:sldChg chg="addSp modSp new mod modNotesTx">
        <pc:chgData name="Rens van Dam" userId="cbbfe1f2-c982-4950-8b62-7b9019e18432" providerId="ADAL" clId="{475E0D58-D652-48A5-921C-F6ED680F6626}" dt="2025-07-16T13:17:55.900" v="1954" actId="20577"/>
        <pc:sldMkLst>
          <pc:docMk/>
          <pc:sldMk cId="3982361544" sldId="262"/>
        </pc:sldMkLst>
        <pc:spChg chg="mod">
          <ac:chgData name="Rens van Dam" userId="cbbfe1f2-c982-4950-8b62-7b9019e18432" providerId="ADAL" clId="{475E0D58-D652-48A5-921C-F6ED680F6626}" dt="2025-07-16T13:17:55.900" v="1954" actId="20577"/>
          <ac:spMkLst>
            <pc:docMk/>
            <pc:sldMk cId="3982361544" sldId="262"/>
            <ac:spMk id="3" creationId="{628287B2-338C-92F0-5324-10E818EF94C4}"/>
          </ac:spMkLst>
        </pc:spChg>
        <pc:picChg chg="add mod">
          <ac:chgData name="Rens van Dam" userId="cbbfe1f2-c982-4950-8b62-7b9019e18432" providerId="ADAL" clId="{475E0D58-D652-48A5-921C-F6ED680F6626}" dt="2025-06-24T08:46:36.534" v="1073" actId="1076"/>
          <ac:picMkLst>
            <pc:docMk/>
            <pc:sldMk cId="3982361544" sldId="262"/>
            <ac:picMk id="5" creationId="{44451C96-8C96-64CB-FA3F-68DB73F03265}"/>
          </ac:picMkLst>
        </pc:picChg>
      </pc:sldChg>
      <pc:sldChg chg="addSp modSp new mod">
        <pc:chgData name="Rens van Dam" userId="cbbfe1f2-c982-4950-8b62-7b9019e18432" providerId="ADAL" clId="{475E0D58-D652-48A5-921C-F6ED680F6626}" dt="2025-06-19T14:32:23.162" v="236" actId="20577"/>
        <pc:sldMkLst>
          <pc:docMk/>
          <pc:sldMk cId="1071712110" sldId="263"/>
        </pc:sldMkLst>
        <pc:spChg chg="mod">
          <ac:chgData name="Rens van Dam" userId="cbbfe1f2-c982-4950-8b62-7b9019e18432" providerId="ADAL" clId="{475E0D58-D652-48A5-921C-F6ED680F6626}" dt="2025-06-19T14:25:47.917" v="66" actId="20577"/>
          <ac:spMkLst>
            <pc:docMk/>
            <pc:sldMk cId="1071712110" sldId="263"/>
            <ac:spMk id="2" creationId="{20A56871-7ECB-BDA2-9514-A4BE01F9E076}"/>
          </ac:spMkLst>
        </pc:spChg>
        <pc:spChg chg="mod">
          <ac:chgData name="Rens van Dam" userId="cbbfe1f2-c982-4950-8b62-7b9019e18432" providerId="ADAL" clId="{475E0D58-D652-48A5-921C-F6ED680F6626}" dt="2025-06-19T14:32:23.162" v="236" actId="20577"/>
          <ac:spMkLst>
            <pc:docMk/>
            <pc:sldMk cId="1071712110" sldId="263"/>
            <ac:spMk id="3" creationId="{17936F46-983D-AD26-CBBB-3CAB944303BD}"/>
          </ac:spMkLst>
        </pc:spChg>
        <pc:picChg chg="add mod">
          <ac:chgData name="Rens van Dam" userId="cbbfe1f2-c982-4950-8b62-7b9019e18432" providerId="ADAL" clId="{475E0D58-D652-48A5-921C-F6ED680F6626}" dt="2025-06-19T14:25:52.534" v="67"/>
          <ac:picMkLst>
            <pc:docMk/>
            <pc:sldMk cId="1071712110" sldId="263"/>
            <ac:picMk id="4" creationId="{52865EA3-470C-3B8A-AA46-EA7721D28183}"/>
          </ac:picMkLst>
        </pc:picChg>
      </pc:sldChg>
      <pc:sldChg chg="addSp modSp new mod">
        <pc:chgData name="Rens van Dam" userId="cbbfe1f2-c982-4950-8b62-7b9019e18432" providerId="ADAL" clId="{475E0D58-D652-48A5-921C-F6ED680F6626}" dt="2025-06-19T14:26:09.267" v="79"/>
        <pc:sldMkLst>
          <pc:docMk/>
          <pc:sldMk cId="448210557" sldId="264"/>
        </pc:sldMkLst>
        <pc:spChg chg="mod">
          <ac:chgData name="Rens van Dam" userId="cbbfe1f2-c982-4950-8b62-7b9019e18432" providerId="ADAL" clId="{475E0D58-D652-48A5-921C-F6ED680F6626}" dt="2025-06-19T14:26:02.431" v="78" actId="20577"/>
          <ac:spMkLst>
            <pc:docMk/>
            <pc:sldMk cId="448210557" sldId="264"/>
            <ac:spMk id="2" creationId="{6D7AA681-341C-B816-FBF2-A899F7E594CE}"/>
          </ac:spMkLst>
        </pc:spChg>
        <pc:picChg chg="add mod">
          <ac:chgData name="Rens van Dam" userId="cbbfe1f2-c982-4950-8b62-7b9019e18432" providerId="ADAL" clId="{475E0D58-D652-48A5-921C-F6ED680F6626}" dt="2025-06-19T14:26:09.267" v="79"/>
          <ac:picMkLst>
            <pc:docMk/>
            <pc:sldMk cId="448210557" sldId="264"/>
            <ac:picMk id="4" creationId="{D622131F-EC2F-89EE-716F-0BA1DEF1355B}"/>
          </ac:picMkLst>
        </pc:picChg>
      </pc:sldChg>
      <pc:sldChg chg="addSp modSp new mod">
        <pc:chgData name="Rens van Dam" userId="cbbfe1f2-c982-4950-8b62-7b9019e18432" providerId="ADAL" clId="{475E0D58-D652-48A5-921C-F6ED680F6626}" dt="2025-06-19T14:44:24.209" v="463"/>
        <pc:sldMkLst>
          <pc:docMk/>
          <pc:sldMk cId="4190359570" sldId="265"/>
        </pc:sldMkLst>
        <pc:spChg chg="mod">
          <ac:chgData name="Rens van Dam" userId="cbbfe1f2-c982-4950-8b62-7b9019e18432" providerId="ADAL" clId="{475E0D58-D652-48A5-921C-F6ED680F6626}" dt="2025-06-19T14:35:11.296" v="247" actId="20577"/>
          <ac:spMkLst>
            <pc:docMk/>
            <pc:sldMk cId="4190359570" sldId="265"/>
            <ac:spMk id="2" creationId="{C8B7C0AD-06DE-2205-AA32-41728B1295BE}"/>
          </ac:spMkLst>
        </pc:spChg>
        <pc:spChg chg="mod">
          <ac:chgData name="Rens van Dam" userId="cbbfe1f2-c982-4950-8b62-7b9019e18432" providerId="ADAL" clId="{475E0D58-D652-48A5-921C-F6ED680F6626}" dt="2025-06-19T14:44:09.639" v="462" actId="20577"/>
          <ac:spMkLst>
            <pc:docMk/>
            <pc:sldMk cId="4190359570" sldId="265"/>
            <ac:spMk id="3" creationId="{7FD04B38-F7E7-2800-07B5-871B0F39EC6F}"/>
          </ac:spMkLst>
        </pc:spChg>
        <pc:spChg chg="add mod">
          <ac:chgData name="Rens van Dam" userId="cbbfe1f2-c982-4950-8b62-7b9019e18432" providerId="ADAL" clId="{475E0D58-D652-48A5-921C-F6ED680F6626}" dt="2025-06-19T14:37:09.713" v="366" actId="20577"/>
          <ac:spMkLst>
            <pc:docMk/>
            <pc:sldMk cId="4190359570" sldId="265"/>
            <ac:spMk id="5" creationId="{523CE73B-BA0B-A59F-91DA-CC1FC920858B}"/>
          </ac:spMkLst>
        </pc:spChg>
        <pc:picChg chg="add mod">
          <ac:chgData name="Rens van Dam" userId="cbbfe1f2-c982-4950-8b62-7b9019e18432" providerId="ADAL" clId="{475E0D58-D652-48A5-921C-F6ED680F6626}" dt="2025-06-19T14:44:24.209" v="463"/>
          <ac:picMkLst>
            <pc:docMk/>
            <pc:sldMk cId="4190359570" sldId="265"/>
            <ac:picMk id="6" creationId="{785842D6-BB2A-8CFF-0713-C6527574EA03}"/>
          </ac:picMkLst>
        </pc:picChg>
      </pc:sldChg>
      <pc:sldChg chg="addSp modSp new mod">
        <pc:chgData name="Rens van Dam" userId="cbbfe1f2-c982-4950-8b62-7b9019e18432" providerId="ADAL" clId="{475E0D58-D652-48A5-921C-F6ED680F6626}" dt="2025-06-19T14:45:55.829" v="533"/>
        <pc:sldMkLst>
          <pc:docMk/>
          <pc:sldMk cId="2526091580" sldId="266"/>
        </pc:sldMkLst>
        <pc:spChg chg="mod">
          <ac:chgData name="Rens van Dam" userId="cbbfe1f2-c982-4950-8b62-7b9019e18432" providerId="ADAL" clId="{475E0D58-D652-48A5-921C-F6ED680F6626}" dt="2025-06-19T14:45:55.829" v="533"/>
          <ac:spMkLst>
            <pc:docMk/>
            <pc:sldMk cId="2526091580" sldId="266"/>
            <ac:spMk id="2" creationId="{9A16FC1E-BFBA-C236-61E0-90AA890E4A81}"/>
          </ac:spMkLst>
        </pc:spChg>
        <pc:spChg chg="mod">
          <ac:chgData name="Rens van Dam" userId="cbbfe1f2-c982-4950-8b62-7b9019e18432" providerId="ADAL" clId="{475E0D58-D652-48A5-921C-F6ED680F6626}" dt="2025-06-19T14:41:40.817" v="415" actId="14100"/>
          <ac:spMkLst>
            <pc:docMk/>
            <pc:sldMk cId="2526091580" sldId="266"/>
            <ac:spMk id="3" creationId="{6C444454-08C7-6F09-0153-71427625945E}"/>
          </ac:spMkLst>
        </pc:spChg>
        <pc:picChg chg="add mod modCrop">
          <ac:chgData name="Rens van Dam" userId="cbbfe1f2-c982-4950-8b62-7b9019e18432" providerId="ADAL" clId="{475E0D58-D652-48A5-921C-F6ED680F6626}" dt="2025-06-19T14:41:23.361" v="374" actId="1076"/>
          <ac:picMkLst>
            <pc:docMk/>
            <pc:sldMk cId="2526091580" sldId="266"/>
            <ac:picMk id="5" creationId="{0E2B5539-1AC9-203C-034B-1A8F2D590F5D}"/>
          </ac:picMkLst>
        </pc:picChg>
      </pc:sldChg>
      <pc:sldChg chg="addSp modSp new mod ord">
        <pc:chgData name="Rens van Dam" userId="cbbfe1f2-c982-4950-8b62-7b9019e18432" providerId="ADAL" clId="{475E0D58-D652-48A5-921C-F6ED680F6626}" dt="2025-06-26T08:07:50.367" v="1866"/>
        <pc:sldMkLst>
          <pc:docMk/>
          <pc:sldMk cId="3571563760" sldId="267"/>
        </pc:sldMkLst>
        <pc:spChg chg="mod">
          <ac:chgData name="Rens van Dam" userId="cbbfe1f2-c982-4950-8b62-7b9019e18432" providerId="ADAL" clId="{475E0D58-D652-48A5-921C-F6ED680F6626}" dt="2025-06-19T14:45:49.474" v="532"/>
          <ac:spMkLst>
            <pc:docMk/>
            <pc:sldMk cId="3571563760" sldId="267"/>
            <ac:spMk id="2" creationId="{5AA82A6C-0327-3D35-A4C7-4373BB1467F7}"/>
          </ac:spMkLst>
        </pc:spChg>
        <pc:spChg chg="mod">
          <ac:chgData name="Rens van Dam" userId="cbbfe1f2-c982-4950-8b62-7b9019e18432" providerId="ADAL" clId="{475E0D58-D652-48A5-921C-F6ED680F6626}" dt="2025-06-19T14:45:41.966" v="530" actId="14100"/>
          <ac:spMkLst>
            <pc:docMk/>
            <pc:sldMk cId="3571563760" sldId="267"/>
            <ac:spMk id="3" creationId="{97C26878-58B1-E0C6-FFAF-AFE0FE8C96A8}"/>
          </ac:spMkLst>
        </pc:spChg>
        <pc:picChg chg="add mod modCrop">
          <ac:chgData name="Rens van Dam" userId="cbbfe1f2-c982-4950-8b62-7b9019e18432" providerId="ADAL" clId="{475E0D58-D652-48A5-921C-F6ED680F6626}" dt="2025-06-19T14:45:14.887" v="470" actId="1076"/>
          <ac:picMkLst>
            <pc:docMk/>
            <pc:sldMk cId="3571563760" sldId="267"/>
            <ac:picMk id="5" creationId="{B7FB885F-8E3C-E011-CBCA-FA847EF6D315}"/>
          </ac:picMkLst>
        </pc:picChg>
      </pc:sldChg>
      <pc:sldChg chg="modSp new mod">
        <pc:chgData name="Rens van Dam" userId="cbbfe1f2-c982-4950-8b62-7b9019e18432" providerId="ADAL" clId="{475E0D58-D652-48A5-921C-F6ED680F6626}" dt="2025-06-19T14:47:19.746" v="832" actId="20577"/>
        <pc:sldMkLst>
          <pc:docMk/>
          <pc:sldMk cId="105160951" sldId="268"/>
        </pc:sldMkLst>
        <pc:spChg chg="mod">
          <ac:chgData name="Rens van Dam" userId="cbbfe1f2-c982-4950-8b62-7b9019e18432" providerId="ADAL" clId="{475E0D58-D652-48A5-921C-F6ED680F6626}" dt="2025-06-19T14:46:08.097" v="568" actId="20577"/>
          <ac:spMkLst>
            <pc:docMk/>
            <pc:sldMk cId="105160951" sldId="268"/>
            <ac:spMk id="2" creationId="{3F18EE12-59C4-5FA7-5EB8-378DF44B75A3}"/>
          </ac:spMkLst>
        </pc:spChg>
        <pc:spChg chg="mod">
          <ac:chgData name="Rens van Dam" userId="cbbfe1f2-c982-4950-8b62-7b9019e18432" providerId="ADAL" clId="{475E0D58-D652-48A5-921C-F6ED680F6626}" dt="2025-06-19T14:47:19.746" v="832" actId="20577"/>
          <ac:spMkLst>
            <pc:docMk/>
            <pc:sldMk cId="105160951" sldId="268"/>
            <ac:spMk id="3" creationId="{37AC02B5-5996-0D1E-27EF-F60A74C950AD}"/>
          </ac:spMkLst>
        </pc:spChg>
      </pc:sldChg>
      <pc:sldChg chg="addSp delSp modSp new mod">
        <pc:chgData name="Rens van Dam" userId="cbbfe1f2-c982-4950-8b62-7b9019e18432" providerId="ADAL" clId="{475E0D58-D652-48A5-921C-F6ED680F6626}" dt="2025-06-24T09:02:46.041" v="1478" actId="1076"/>
        <pc:sldMkLst>
          <pc:docMk/>
          <pc:sldMk cId="1508371967" sldId="269"/>
        </pc:sldMkLst>
        <pc:spChg chg="mod">
          <ac:chgData name="Rens van Dam" userId="cbbfe1f2-c982-4950-8b62-7b9019e18432" providerId="ADAL" clId="{475E0D58-D652-48A5-921C-F6ED680F6626}" dt="2025-06-19T14:47:44.788" v="883" actId="20577"/>
          <ac:spMkLst>
            <pc:docMk/>
            <pc:sldMk cId="1508371967" sldId="269"/>
            <ac:spMk id="2" creationId="{407939CF-B00E-3767-3096-7D69253BA92F}"/>
          </ac:spMkLst>
        </pc:spChg>
        <pc:spChg chg="mod">
          <ac:chgData name="Rens van Dam" userId="cbbfe1f2-c982-4950-8b62-7b9019e18432" providerId="ADAL" clId="{475E0D58-D652-48A5-921C-F6ED680F6626}" dt="2025-06-24T08:57:47.057" v="1471" actId="20577"/>
          <ac:spMkLst>
            <pc:docMk/>
            <pc:sldMk cId="1508371967" sldId="269"/>
            <ac:spMk id="3" creationId="{5B4E91D9-1588-1AF8-2761-F47D37B5A70D}"/>
          </ac:spMkLst>
        </pc:spChg>
        <pc:picChg chg="add mod">
          <ac:chgData name="Rens van Dam" userId="cbbfe1f2-c982-4950-8b62-7b9019e18432" providerId="ADAL" clId="{475E0D58-D652-48A5-921C-F6ED680F6626}" dt="2025-06-24T09:02:46.041" v="1478" actId="1076"/>
          <ac:picMkLst>
            <pc:docMk/>
            <pc:sldMk cId="1508371967" sldId="269"/>
            <ac:picMk id="11" creationId="{88727DD8-356F-B353-9851-69B4FC29AB2D}"/>
          </ac:picMkLst>
        </pc:picChg>
      </pc:sldChg>
      <pc:sldChg chg="modSp new del mod">
        <pc:chgData name="Rens van Dam" userId="cbbfe1f2-c982-4950-8b62-7b9019e18432" providerId="ADAL" clId="{475E0D58-D652-48A5-921C-F6ED680F6626}" dt="2025-06-24T09:03:21.943" v="1479" actId="47"/>
        <pc:sldMkLst>
          <pc:docMk/>
          <pc:sldMk cId="562788521" sldId="270"/>
        </pc:sldMkLst>
      </pc:sldChg>
      <pc:sldChg chg="addSp delSp modSp new mod">
        <pc:chgData name="Rens van Dam" userId="cbbfe1f2-c982-4950-8b62-7b9019e18432" providerId="ADAL" clId="{475E0D58-D652-48A5-921C-F6ED680F6626}" dt="2025-06-26T08:28:37.562" v="1897" actId="20577"/>
        <pc:sldMkLst>
          <pc:docMk/>
          <pc:sldMk cId="2822700872" sldId="270"/>
        </pc:sldMkLst>
        <pc:spChg chg="mod">
          <ac:chgData name="Rens van Dam" userId="cbbfe1f2-c982-4950-8b62-7b9019e18432" providerId="ADAL" clId="{475E0D58-D652-48A5-921C-F6ED680F6626}" dt="2025-06-26T07:59:56.733" v="1615" actId="20577"/>
          <ac:spMkLst>
            <pc:docMk/>
            <pc:sldMk cId="2822700872" sldId="270"/>
            <ac:spMk id="2" creationId="{3FA9FDCC-7EE0-2245-04EB-456ECAA00EE4}"/>
          </ac:spMkLst>
        </pc:spChg>
        <pc:spChg chg="add mod">
          <ac:chgData name="Rens van Dam" userId="cbbfe1f2-c982-4950-8b62-7b9019e18432" providerId="ADAL" clId="{475E0D58-D652-48A5-921C-F6ED680F6626}" dt="2025-06-26T08:28:37.562" v="1897" actId="20577"/>
          <ac:spMkLst>
            <pc:docMk/>
            <pc:sldMk cId="2822700872" sldId="270"/>
            <ac:spMk id="8" creationId="{A6FE0055-A395-6B7B-A695-88CE683B3FE3}"/>
          </ac:spMkLst>
        </pc:spChg>
        <pc:picChg chg="add mod ord">
          <ac:chgData name="Rens van Dam" userId="cbbfe1f2-c982-4950-8b62-7b9019e18432" providerId="ADAL" clId="{475E0D58-D652-48A5-921C-F6ED680F6626}" dt="2025-06-26T07:58:16.380" v="1487" actId="1076"/>
          <ac:picMkLst>
            <pc:docMk/>
            <pc:sldMk cId="2822700872" sldId="270"/>
            <ac:picMk id="7" creationId="{35B2B767-7A00-8F4E-BAFD-EA54574F267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249A6-583C-47F8-A9C3-DBFAF9C1B1B2}" type="datetimeFigureOut">
              <a:rPr lang="en-NL" smtClean="0"/>
              <a:t>16/07/2025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6C7E2B-EFAE-4CDA-A43F-47AEF99E853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76109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12000 detected photons is the sum over all 23 pixels of the SPAD.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C7E2B-EFAE-4CDA-A43F-47AEF99E8531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41676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Why is it not equal to 100000 ns / 50 ns = 2000 ns * 23 pixels = 46000 photons? Because the detections are not equally spread over the pixels, but concentrated at the center pixel.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C7E2B-EFAE-4CDA-A43F-47AEF99E8531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38304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3CD9E-D3A8-0024-475B-0BBFC8225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1B1052-B3C1-DE8F-38A4-3C02A9A49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06D2A-0AB0-84A8-FB61-64E63E8A7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7B9B-C86C-4426-ACC7-CB000F1BF802}" type="datetimeFigureOut">
              <a:rPr lang="en-NL" smtClean="0"/>
              <a:t>16/07/2025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8F5F8-6DDC-9B2E-5B55-B0ADD264C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A913A-E860-B449-28CD-51222F34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C98A-A652-4106-9F03-EB142A8A793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51332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B0104-A562-9ADC-D0C3-7C8A8C339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49D9F-0577-A1E6-4EAD-EDEB565ED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DAF7F-13B4-3608-5264-0199EC4E5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7B9B-C86C-4426-ACC7-CB000F1BF802}" type="datetimeFigureOut">
              <a:rPr lang="en-NL" smtClean="0"/>
              <a:t>16/07/2025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D71AE-57E8-938F-A17D-ED49A8724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A6396-0A8B-C7E3-CC82-4B8F273AE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C98A-A652-4106-9F03-EB142A8A793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66979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11873-59BB-2265-27C0-10ED1338D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E7EAA-2B2A-7419-5135-332AF303E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29B36-EE35-B3F1-0BA0-4385C309D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7B9B-C86C-4426-ACC7-CB000F1BF802}" type="datetimeFigureOut">
              <a:rPr lang="en-NL" smtClean="0"/>
              <a:t>16/07/2025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A1D2A-91A2-3861-DA0A-3F36A7756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56E35-1324-542D-61D6-76709F7B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C98A-A652-4106-9F03-EB142A8A793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21486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A4283-E3AA-FD01-F37E-5152B0966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BFFA5-E39B-583A-44B7-ED980D9B42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1B17D-FA66-0E5D-E15F-15C592636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81B5A-F957-E89D-D4B3-A06400975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7B9B-C86C-4426-ACC7-CB000F1BF802}" type="datetimeFigureOut">
              <a:rPr lang="en-NL" smtClean="0"/>
              <a:t>16/07/2025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D9C42-3457-8850-6E76-48FDF7EC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E6AE8-E069-F3AD-52B7-FA3BE4769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C98A-A652-4106-9F03-EB142A8A793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78392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C4752-5F75-4860-7E68-1BE350A6F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D156E-4876-E7D1-A9DA-4919820B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3E9CF-EC7F-71D7-2B55-624A9EAAA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8AF338-1E10-FDFD-76D5-4A49B233BB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4E09B1-FD8A-3AAB-66BE-2648E9592E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BD41B5-F014-8C95-F3A0-1FC0DF162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7B9B-C86C-4426-ACC7-CB000F1BF802}" type="datetimeFigureOut">
              <a:rPr lang="en-NL" smtClean="0"/>
              <a:t>16/07/2025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C1CFC4-9079-691A-2C8B-46E940F6D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BAEB21-BF0F-B394-2B14-6830CD025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C98A-A652-4106-9F03-EB142A8A793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3628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831F4-5AA8-1E92-E8E8-0F48A59D3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0C979D-B15B-4180-76E9-3005A55BF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7B9B-C86C-4426-ACC7-CB000F1BF802}" type="datetimeFigureOut">
              <a:rPr lang="en-NL" smtClean="0"/>
              <a:t>16/07/2025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21E49E-8301-6BE2-8542-C20AD71EC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46819-53D1-D3CD-F0BC-DF872F38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C98A-A652-4106-9F03-EB142A8A793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78573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187778-268B-1AEC-B1FB-DBEA85FA4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7B9B-C86C-4426-ACC7-CB000F1BF802}" type="datetimeFigureOut">
              <a:rPr lang="en-NL" smtClean="0"/>
              <a:t>16/07/2025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4DCD1F-842F-920C-1EF0-A445C257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BB28D-F164-A81A-B2AB-ED8FE0D5A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C98A-A652-4106-9F03-EB142A8A793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55396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95AE6-B0DC-B752-7FED-58E1084CE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1861B-7A6D-D905-EE34-E96175C69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59F55A-30AF-8ADD-036E-E32AA826C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7836F-E32C-7B38-3585-66B4A6166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7B9B-C86C-4426-ACC7-CB000F1BF802}" type="datetimeFigureOut">
              <a:rPr lang="en-NL" smtClean="0"/>
              <a:t>16/07/2025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33953-461F-9E6F-5436-D1962CC10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8CDA3-1A00-3CB3-D7E5-FC3DBDAE4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C98A-A652-4106-9F03-EB142A8A793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98588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EFF64-F536-4D7F-F76C-F9DBE73E8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6294F5-779F-5D1C-2364-2540D927D0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3EF02-C041-4BE9-EE95-4DD632E57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735DC-C6FF-D912-ACF2-F5050F9AB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7B9B-C86C-4426-ACC7-CB000F1BF802}" type="datetimeFigureOut">
              <a:rPr lang="en-NL" smtClean="0"/>
              <a:t>16/07/2025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9937D-C29F-DD88-24B9-011BAD45A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BED89-01D9-701B-B962-FB969CAF6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C98A-A652-4106-9F03-EB142A8A793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21509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83E4D-5798-7F74-BBF6-FE4CB7C4F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4FB53-E567-D71C-DD4E-EEEC930E4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272DC-F95C-F078-FE10-7E6A9142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7B9B-C86C-4426-ACC7-CB000F1BF802}" type="datetimeFigureOut">
              <a:rPr lang="en-NL" smtClean="0"/>
              <a:t>16/07/2025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1ED45-8947-3ED8-E190-354DA4FC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2D024-BCF7-89B3-7C7D-CC0969B1D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C98A-A652-4106-9F03-EB142A8A793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19787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9179C0-9A27-1A71-B3D9-D0354C7699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0A294-A57C-966F-1BC3-F3E6E2AF2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3B228-4E71-1911-34DC-7026BC6E9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7B9B-C86C-4426-ACC7-CB000F1BF802}" type="datetimeFigureOut">
              <a:rPr lang="en-NL" smtClean="0"/>
              <a:t>16/07/2025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755C1-5815-4C1C-641C-3D44D0EF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B454B-21E4-1948-DBEE-2AF91F9F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C98A-A652-4106-9F03-EB142A8A793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62394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B2E461-600E-F71D-D5CE-5BFE4C19C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49B58-E21B-54FE-A4C2-4A6E060AF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223DE-F867-9035-0A5A-34240AFAB4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A7B9B-C86C-4426-ACC7-CB000F1BF802}" type="datetimeFigureOut">
              <a:rPr lang="en-NL" smtClean="0"/>
              <a:t>16/07/2025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D6B76-E2ED-5D66-880E-B2AF923A4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A0FFA-D7A2-8D18-8027-EBEC517407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2C98A-A652-4106-9F03-EB142A8A793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3878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952A3-2C25-DB29-F2C9-F6452AE3A9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26-6-25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25E179-6BB9-9D7B-0961-1B3C318FFC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07429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EDBAC-874B-62A3-9C5C-42370FC8D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Noise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B54AB-591C-B2D0-9590-AC19CE56E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All experiments: isolated one type of noise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65328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4834E-DB11-11C1-7417-ED477ACE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/>
              <a:t>Dark counts		</a:t>
            </a:r>
            <a:endParaRPr lang="en-NL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E6BA1-6AEA-9786-C6A1-E95E03AC0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75960" cy="4351338"/>
          </a:xfrm>
        </p:spPr>
        <p:txBody>
          <a:bodyPr/>
          <a:lstStyle/>
          <a:p>
            <a:r>
              <a:rPr lang="nl-NL" dirty="0"/>
              <a:t>100 counts per second per detector pixel</a:t>
            </a:r>
          </a:p>
          <a:p>
            <a:r>
              <a:rPr lang="nl-NL" dirty="0"/>
              <a:t>For 0.1 ms dwell time (1e5 ns):</a:t>
            </a:r>
          </a:p>
          <a:p>
            <a:r>
              <a:rPr lang="nl-NL" dirty="0"/>
              <a:t>0.01 count per scan position.</a:t>
            </a:r>
          </a:p>
          <a:p>
            <a:r>
              <a:rPr lang="nl-NL" dirty="0"/>
              <a:t>At 200kW/cm^2, we get on average per scan position 12000 detected photons (no noise, detection prob. =1, avg over 100 scanning positions of 1 emitter). So impact is very limited.</a:t>
            </a:r>
          </a:p>
          <a:p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BA06AC-2346-C917-1B3F-6283AB69B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280" y="132079"/>
            <a:ext cx="5160090" cy="66500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295003-503A-1C5A-23F3-4515E5DEB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876" y="5730240"/>
            <a:ext cx="1399364" cy="114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111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4182A-5365-68F1-F09B-2AF376DDC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/>
              <a:t>Dark counts</a:t>
            </a:r>
            <a:endParaRPr lang="en-NL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D8015-19F8-160D-E6B7-C16C697A7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945E18-0082-6B4D-F113-235C6605C6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02"/>
          <a:stretch>
            <a:fillRect/>
          </a:stretch>
        </p:blipFill>
        <p:spPr>
          <a:xfrm>
            <a:off x="5801360" y="792042"/>
            <a:ext cx="4297680" cy="538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112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A681-341C-B816-FBF2-A899F7E59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/>
              <a:t>Dead Time</a:t>
            </a:r>
            <a:endParaRPr lang="en-NL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3122D-735C-2AAC-73E9-A4299D603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22131F-EC2F-89EE-716F-0BA1DEF13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280" y="132079"/>
            <a:ext cx="5160090" cy="665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210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46293-1A98-4ABC-D8F1-D1BA16FAD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/>
              <a:t>Dead Time</a:t>
            </a:r>
            <a:endParaRPr lang="en-NL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A522A-8F24-5174-8805-341FD76B4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12852" cy="4351338"/>
          </a:xfrm>
        </p:spPr>
        <p:txBody>
          <a:bodyPr/>
          <a:lstStyle/>
          <a:p>
            <a:r>
              <a:rPr lang="nl-NL" dirty="0"/>
              <a:t>Reduces amount of detected photons</a:t>
            </a:r>
          </a:p>
          <a:p>
            <a:r>
              <a:rPr lang="nl-NL" dirty="0"/>
              <a:t>At 200kW/cm^2 intensity and 50ns dead time, we need more measurement time than 0.1 ms per scanning position. (4x as much for same performance)</a:t>
            </a:r>
          </a:p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300DD4-E613-362E-4F0E-7E6BCCDDBB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866"/>
          <a:stretch>
            <a:fillRect/>
          </a:stretch>
        </p:blipFill>
        <p:spPr>
          <a:xfrm>
            <a:off x="7376160" y="1100137"/>
            <a:ext cx="3752532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424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FE842-8830-2DFB-A454-CAB8CF6D3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Intensity reduction by ~40% at 50ns deadtime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FF0B7-770A-E9F5-A6DC-5D2BD2574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FA13C4-2BD1-0A9C-371D-2DD6E66C2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14" y="1825625"/>
            <a:ext cx="5824008" cy="49114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675BAD-CFB0-3870-D3B2-9F2159F56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018" y="1911711"/>
            <a:ext cx="5721928" cy="482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58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9E08E-1E19-5AB9-0478-E1A736273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287B2-338C-92F0-5324-10E818EF9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332" y="1808692"/>
            <a:ext cx="3386667" cy="4351338"/>
          </a:xfrm>
        </p:spPr>
        <p:txBody>
          <a:bodyPr/>
          <a:lstStyle/>
          <a:p>
            <a:r>
              <a:rPr lang="nl-NL" dirty="0"/>
              <a:t>At 50 ns deadtime 0.1 ms dwell time, detection plateaus at ≈19000 detections.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451C96-8C96-64CB-FA3F-68DB73F03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999" y="392875"/>
            <a:ext cx="8235001" cy="61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61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56871-7ECB-BDA2-9514-A4BE01F9E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/>
              <a:t>Afterpulsing</a:t>
            </a:r>
            <a:endParaRPr lang="en-NL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36F46-983D-AD26-CBBB-3CAB94430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42280" cy="4351338"/>
          </a:xfrm>
        </p:spPr>
        <p:txBody>
          <a:bodyPr/>
          <a:lstStyle/>
          <a:p>
            <a:r>
              <a:rPr lang="nl-NL" dirty="0"/>
              <a:t>0.1% chance of a detection giving rise to another detection. This can also happen for dark counts</a:t>
            </a:r>
          </a:p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865EA3-470C-3B8A-AA46-EA7721D28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280" y="132079"/>
            <a:ext cx="5160090" cy="665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12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6FC1E-BFBA-C236-61E0-90AA890E4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/>
              <a:t>Afterpulsing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44454-08C7-6F09-0153-714276259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34840" cy="4351338"/>
          </a:xfrm>
        </p:spPr>
        <p:txBody>
          <a:bodyPr/>
          <a:lstStyle/>
          <a:p>
            <a:r>
              <a:rPr lang="nl-NL" dirty="0"/>
              <a:t>Breaks down for 0.5% afterpulsing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2B5539-1AC9-203C-034B-1A8F2D590F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045"/>
          <a:stretch>
            <a:fillRect/>
          </a:stretch>
        </p:blipFill>
        <p:spPr>
          <a:xfrm>
            <a:off x="5974081" y="500693"/>
            <a:ext cx="4590414" cy="555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091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7C0AD-06DE-2205-AA32-41728B129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/>
              <a:t>Crosstalk</a:t>
            </a:r>
            <a:endParaRPr lang="en-NL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04B38-F7E7-2800-07B5-871B0F39E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71720" cy="4351338"/>
          </a:xfrm>
        </p:spPr>
        <p:txBody>
          <a:bodyPr/>
          <a:lstStyle/>
          <a:p>
            <a:r>
              <a:rPr lang="nl-NL" dirty="0"/>
              <a:t>0.14% chance of neighbouring pixel activated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3CE73B-BA0B-A59F-91DA-CC1FC920858B}"/>
              </a:ext>
            </a:extLst>
          </p:cNvPr>
          <p:cNvSpPr txBox="1"/>
          <p:nvPr/>
        </p:nvSpPr>
        <p:spPr>
          <a:xfrm>
            <a:off x="736600" y="3620907"/>
            <a:ext cx="4973320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if the selected neighbor pixel is not available, then choose another or just let it be?</a:t>
            </a:r>
            <a:endParaRPr lang="en-US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88846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edge pixels have less neighbors. Because of that, the same neighbors will be selected more</a:t>
            </a:r>
            <a:r>
              <a:rPr lang="en-US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often than for center pixels.</a:t>
            </a:r>
            <a:endParaRPr lang="en-US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88846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should the </a:t>
            </a:r>
            <a:r>
              <a:rPr lang="en-US" dirty="0">
                <a:solidFill>
                  <a:srgbClr val="88846F"/>
                </a:solidFill>
                <a:latin typeface="Consolas" panose="020B0609020204030204" pitchFamily="49" charset="0"/>
              </a:rPr>
              <a:t>crosstalk </a:t>
            </a:r>
            <a:r>
              <a:rPr lang="en-US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timestamp contain jitter?</a:t>
            </a:r>
            <a:endParaRPr lang="en-US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5842D6-BB2A-8CFF-0713-C6527574E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280" y="132079"/>
            <a:ext cx="5160090" cy="665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59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82A6C-0327-3D35-A4C7-4373BB146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/>
              <a:t>Crosstalk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26878-58B1-E0C6-FFAF-AFE0FE8C9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16302" cy="4351338"/>
          </a:xfrm>
        </p:spPr>
        <p:txBody>
          <a:bodyPr/>
          <a:lstStyle/>
          <a:p>
            <a:r>
              <a:rPr lang="nl-NL" dirty="0"/>
              <a:t>Starts decreasing fast above 0.3% crosstalk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FB885F-8E3C-E011-CBCA-FA847EF6D3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314"/>
          <a:stretch>
            <a:fillRect/>
          </a:stretch>
        </p:blipFill>
        <p:spPr>
          <a:xfrm>
            <a:off x="6096000" y="365125"/>
            <a:ext cx="4889553" cy="59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63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EE12-59C4-5FA7-5EB8-378DF44B7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Now: combining all noise sources!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C02B5-5996-0D1E-27EF-F60A74C95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Dead time: 50 ns</a:t>
            </a:r>
          </a:p>
          <a:p>
            <a:r>
              <a:rPr lang="nl-NL" dirty="0"/>
              <a:t>Dark count rate: 100cps</a:t>
            </a:r>
          </a:p>
          <a:p>
            <a:r>
              <a:rPr lang="nl-NL" dirty="0"/>
              <a:t>Crosstalk: 0.14% chance</a:t>
            </a:r>
          </a:p>
          <a:p>
            <a:r>
              <a:rPr lang="nl-NL" dirty="0"/>
              <a:t>Afterpulsing: 0.1% chance</a:t>
            </a:r>
          </a:p>
          <a:p>
            <a:endParaRPr lang="nl-NL" dirty="0"/>
          </a:p>
          <a:p>
            <a:r>
              <a:rPr lang="nl-NL" dirty="0"/>
              <a:t>How long a dwell time is needed?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05160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939CF-B00E-3767-3096-7D69253BA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/>
              <a:t>Combined noise</a:t>
            </a:r>
            <a:endParaRPr lang="en-NL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E91D9-1588-1AF8-2761-F47D37B5A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Dwell time: 0.1ms (standard so far) vs 0.5 ms (5x time per pos.)</a:t>
            </a:r>
          </a:p>
          <a:p>
            <a:r>
              <a:rPr lang="nl-NL" dirty="0"/>
              <a:t>Localization distance tripled w.r.t. no noise for 0.1ms </a:t>
            </a:r>
          </a:p>
          <a:p>
            <a:r>
              <a:rPr lang="nl-NL" dirty="0"/>
              <a:t>Large improvement for longer dwell time</a:t>
            </a:r>
            <a:endParaRPr lang="en-N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727DD8-356F-B353-9851-69B4FC29A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707" y="3429000"/>
            <a:ext cx="9423400" cy="310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71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9FDCC-7EE0-2245-04EB-456ECAA00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233"/>
            <a:ext cx="10515600" cy="1325563"/>
          </a:xfrm>
        </p:spPr>
        <p:txBody>
          <a:bodyPr/>
          <a:lstStyle/>
          <a:p>
            <a:r>
              <a:rPr lang="nl-NL" dirty="0"/>
              <a:t>20x20 micrometer</a:t>
            </a:r>
            <a:endParaRPr lang="en-NL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5B2B767-7A00-8F4E-BAFD-EA54574F26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8566" y="1489796"/>
            <a:ext cx="6098953" cy="5368204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FE0055-A395-6B7B-A695-88CE683B3FE3}"/>
              </a:ext>
            </a:extLst>
          </p:cNvPr>
          <p:cNvSpPr txBox="1"/>
          <p:nvPr/>
        </p:nvSpPr>
        <p:spPr>
          <a:xfrm>
            <a:off x="313267" y="1642533"/>
            <a:ext cx="281093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400x400 positions (50nm steps)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1 emitter / um^2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Noise included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Fitting failed likely due to regularization on emitter count still being on (here: 400 emitters, while on 1x1 um we have 1-10 </a:t>
            </a:r>
            <a:r>
              <a:rPr lang="nl-NL"/>
              <a:t>emitters) so need to run it again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22700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3080</TotalTime>
  <Words>415</Words>
  <Application>Microsoft Office PowerPoint</Application>
  <PresentationFormat>Widescreen</PresentationFormat>
  <Paragraphs>48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Office Theme</vt:lpstr>
      <vt:lpstr>26-6-25</vt:lpstr>
      <vt:lpstr>Noise</vt:lpstr>
      <vt:lpstr>Dark counts  </vt:lpstr>
      <vt:lpstr>Dark counts</vt:lpstr>
      <vt:lpstr>Dead Time</vt:lpstr>
      <vt:lpstr>Dead Time</vt:lpstr>
      <vt:lpstr>Intensity reduction by ~40% at 50ns deadtime</vt:lpstr>
      <vt:lpstr>PowerPoint Presentation</vt:lpstr>
      <vt:lpstr>Afterpulsing</vt:lpstr>
      <vt:lpstr>Afterpulsing</vt:lpstr>
      <vt:lpstr>Crosstalk</vt:lpstr>
      <vt:lpstr>Crosstalk</vt:lpstr>
      <vt:lpstr>Now: combining all noise sources!</vt:lpstr>
      <vt:lpstr>Combined noise</vt:lpstr>
      <vt:lpstr>20x20 micrometer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Rens van Dam</dc:creator>
  <cp:lastModifiedBy>Rens van Dam</cp:lastModifiedBy>
  <cp:revision>1</cp:revision>
  <dcterms:created xsi:type="dcterms:W3CDTF">2025-06-19T12:17:24Z</dcterms:created>
  <dcterms:modified xsi:type="dcterms:W3CDTF">2025-07-16T13:17:57Z</dcterms:modified>
</cp:coreProperties>
</file>